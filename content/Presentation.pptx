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256" r:id="rId5"/>
    <p:sldId id="257" r:id="rId6"/>
    <p:sldId id="258" r:id="rId7"/>
    <p:sldId id="260" r:id="rId8"/>
    <p:sldId id="261" r:id="rId9"/>
    <p:sldId id="262" r:id="rId10"/>
    <p:sldId id="266" r:id="rId11"/>
    <p:sldId id="263" r:id="rId12"/>
    <p:sldId id="265" r:id="rId13"/>
    <p:sldId id="264" r:id="rId14"/>
    <p:sldId id="267" r:id="rId15"/>
    <p:sldId id="268" r:id="rId16"/>
    <p:sldId id="269"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0CFC97-6C26-4A33-AF17-D9D7FB98753C}" v="6" dt="2026-05-29T12:51:02.262"/>
  </p1510:revLst>
</p1510:revInfo>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839" autoAdjust="0"/>
  </p:normalViewPr>
  <p:slideViewPr>
    <p:cSldViewPr snapToGrid="0" showGuides="1">
      <p:cViewPr varScale="1">
        <p:scale>
          <a:sx n="70" d="100"/>
          <a:sy n="70" d="100"/>
        </p:scale>
        <p:origin x="536" y="52"/>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irag Gautam" userId="51db075b-0891-458b-a6d3-21cc9bab1487" providerId="ADAL" clId="{EA82D039-91D0-4408-8552-4571B8BC4B33}"/>
    <pc:docChg chg="undo custSel delSld modSld sldOrd">
      <pc:chgData name="Chirag Gautam" userId="51db075b-0891-458b-a6d3-21cc9bab1487" providerId="ADAL" clId="{EA82D039-91D0-4408-8552-4571B8BC4B33}" dt="2026-05-29T13:01:21.714" v="2508" actId="729"/>
      <pc:docMkLst>
        <pc:docMk/>
      </pc:docMkLst>
      <pc:sldChg chg="modSp mod">
        <pc:chgData name="Chirag Gautam" userId="51db075b-0891-458b-a6d3-21cc9bab1487" providerId="ADAL" clId="{EA82D039-91D0-4408-8552-4571B8BC4B33}" dt="2026-05-29T12:52:47.949" v="2497" actId="14100"/>
        <pc:sldMkLst>
          <pc:docMk/>
          <pc:sldMk cId="2802816816" sldId="256"/>
        </pc:sldMkLst>
        <pc:spChg chg="mod">
          <ac:chgData name="Chirag Gautam" userId="51db075b-0891-458b-a6d3-21cc9bab1487" providerId="ADAL" clId="{EA82D039-91D0-4408-8552-4571B8BC4B33}" dt="2026-05-29T12:52:47.949" v="2497" actId="14100"/>
          <ac:spMkLst>
            <pc:docMk/>
            <pc:sldMk cId="2802816816" sldId="256"/>
            <ac:spMk id="3" creationId="{C1CBCABF-4268-0563-17FD-E03F41B0C730}"/>
          </ac:spMkLst>
        </pc:spChg>
      </pc:sldChg>
      <pc:sldChg chg="delSp mod">
        <pc:chgData name="Chirag Gautam" userId="51db075b-0891-458b-a6d3-21cc9bab1487" providerId="ADAL" clId="{EA82D039-91D0-4408-8552-4571B8BC4B33}" dt="2026-05-29T12:52:58.086" v="2498" actId="478"/>
        <pc:sldMkLst>
          <pc:docMk/>
          <pc:sldMk cId="2370248002" sldId="258"/>
        </pc:sldMkLst>
        <pc:spChg chg="del">
          <ac:chgData name="Chirag Gautam" userId="51db075b-0891-458b-a6d3-21cc9bab1487" providerId="ADAL" clId="{EA82D039-91D0-4408-8552-4571B8BC4B33}" dt="2026-05-29T12:52:58.086" v="2498" actId="478"/>
          <ac:spMkLst>
            <pc:docMk/>
            <pc:sldMk cId="2370248002" sldId="258"/>
            <ac:spMk id="3" creationId="{F0280533-C0F1-BB9C-53CB-178194F79545}"/>
          </ac:spMkLst>
        </pc:spChg>
      </pc:sldChg>
      <pc:sldChg chg="del">
        <pc:chgData name="Chirag Gautam" userId="51db075b-0891-458b-a6d3-21cc9bab1487" providerId="ADAL" clId="{EA82D039-91D0-4408-8552-4571B8BC4B33}" dt="2026-05-29T12:52:17.151" v="2439" actId="47"/>
        <pc:sldMkLst>
          <pc:docMk/>
          <pc:sldMk cId="1110760331" sldId="259"/>
        </pc:sldMkLst>
      </pc:sldChg>
      <pc:sldChg chg="delSp mod">
        <pc:chgData name="Chirag Gautam" userId="51db075b-0891-458b-a6d3-21cc9bab1487" providerId="ADAL" clId="{EA82D039-91D0-4408-8552-4571B8BC4B33}" dt="2026-05-29T12:53:01.572" v="2499" actId="478"/>
        <pc:sldMkLst>
          <pc:docMk/>
          <pc:sldMk cId="2014762107" sldId="260"/>
        </pc:sldMkLst>
        <pc:spChg chg="del">
          <ac:chgData name="Chirag Gautam" userId="51db075b-0891-458b-a6d3-21cc9bab1487" providerId="ADAL" clId="{EA82D039-91D0-4408-8552-4571B8BC4B33}" dt="2026-05-29T12:53:01.572" v="2499" actId="478"/>
          <ac:spMkLst>
            <pc:docMk/>
            <pc:sldMk cId="2014762107" sldId="260"/>
            <ac:spMk id="3" creationId="{4FB8B523-7ED4-FBB9-B1E4-7DD34BE82097}"/>
          </ac:spMkLst>
        </pc:spChg>
      </pc:sldChg>
      <pc:sldChg chg="delSp mod">
        <pc:chgData name="Chirag Gautam" userId="51db075b-0891-458b-a6d3-21cc9bab1487" providerId="ADAL" clId="{EA82D039-91D0-4408-8552-4571B8BC4B33}" dt="2026-05-29T12:53:04.750" v="2500" actId="478"/>
        <pc:sldMkLst>
          <pc:docMk/>
          <pc:sldMk cId="3799674632" sldId="261"/>
        </pc:sldMkLst>
        <pc:spChg chg="del">
          <ac:chgData name="Chirag Gautam" userId="51db075b-0891-458b-a6d3-21cc9bab1487" providerId="ADAL" clId="{EA82D039-91D0-4408-8552-4571B8BC4B33}" dt="2026-05-29T12:53:04.750" v="2500" actId="478"/>
          <ac:spMkLst>
            <pc:docMk/>
            <pc:sldMk cId="3799674632" sldId="261"/>
            <ac:spMk id="3" creationId="{84E3C9BB-E364-B1BB-A388-0DDAEEE90D0B}"/>
          </ac:spMkLst>
        </pc:spChg>
      </pc:sldChg>
      <pc:sldChg chg="delSp mod">
        <pc:chgData name="Chirag Gautam" userId="51db075b-0891-458b-a6d3-21cc9bab1487" providerId="ADAL" clId="{EA82D039-91D0-4408-8552-4571B8BC4B33}" dt="2026-05-29T12:53:08.934" v="2501" actId="478"/>
        <pc:sldMkLst>
          <pc:docMk/>
          <pc:sldMk cId="455465038" sldId="262"/>
        </pc:sldMkLst>
        <pc:spChg chg="del">
          <ac:chgData name="Chirag Gautam" userId="51db075b-0891-458b-a6d3-21cc9bab1487" providerId="ADAL" clId="{EA82D039-91D0-4408-8552-4571B8BC4B33}" dt="2026-05-29T12:53:08.934" v="2501" actId="478"/>
          <ac:spMkLst>
            <pc:docMk/>
            <pc:sldMk cId="455465038" sldId="262"/>
            <ac:spMk id="3" creationId="{FD173B9C-05C0-30AB-C11C-368177282280}"/>
          </ac:spMkLst>
        </pc:spChg>
      </pc:sldChg>
      <pc:sldChg chg="delSp modSp mod">
        <pc:chgData name="Chirag Gautam" userId="51db075b-0891-458b-a6d3-21cc9bab1487" providerId="ADAL" clId="{EA82D039-91D0-4408-8552-4571B8BC4B33}" dt="2026-05-29T12:53:15.174" v="2503" actId="478"/>
        <pc:sldMkLst>
          <pc:docMk/>
          <pc:sldMk cId="1996718558" sldId="263"/>
        </pc:sldMkLst>
        <pc:spChg chg="del">
          <ac:chgData name="Chirag Gautam" userId="51db075b-0891-458b-a6d3-21cc9bab1487" providerId="ADAL" clId="{EA82D039-91D0-4408-8552-4571B8BC4B33}" dt="2026-05-29T12:53:15.174" v="2503" actId="478"/>
          <ac:spMkLst>
            <pc:docMk/>
            <pc:sldMk cId="1996718558" sldId="263"/>
            <ac:spMk id="3" creationId="{5F92436F-A9F0-239A-78D6-E568403FAAFA}"/>
          </ac:spMkLst>
        </pc:spChg>
        <pc:spChg chg="mod">
          <ac:chgData name="Chirag Gautam" userId="51db075b-0891-458b-a6d3-21cc9bab1487" providerId="ADAL" clId="{EA82D039-91D0-4408-8552-4571B8BC4B33}" dt="2026-05-29T10:14:50.631" v="206" actId="20577"/>
          <ac:spMkLst>
            <pc:docMk/>
            <pc:sldMk cId="1996718558" sldId="263"/>
            <ac:spMk id="4" creationId="{794E6183-4AD3-5100-4B21-44B71C5C8B7E}"/>
          </ac:spMkLst>
        </pc:spChg>
      </pc:sldChg>
      <pc:sldChg chg="ord">
        <pc:chgData name="Chirag Gautam" userId="51db075b-0891-458b-a6d3-21cc9bab1487" providerId="ADAL" clId="{EA82D039-91D0-4408-8552-4571B8BC4B33}" dt="2026-05-29T10:44:36.655" v="714"/>
        <pc:sldMkLst>
          <pc:docMk/>
          <pc:sldMk cId="3765678933" sldId="264"/>
        </pc:sldMkLst>
      </pc:sldChg>
      <pc:sldChg chg="delSp modSp mod ord">
        <pc:chgData name="Chirag Gautam" userId="51db075b-0891-458b-a6d3-21cc9bab1487" providerId="ADAL" clId="{EA82D039-91D0-4408-8552-4571B8BC4B33}" dt="2026-05-29T12:53:16.967" v="2504" actId="478"/>
        <pc:sldMkLst>
          <pc:docMk/>
          <pc:sldMk cId="3012141191" sldId="265"/>
        </pc:sldMkLst>
        <pc:spChg chg="mod">
          <ac:chgData name="Chirag Gautam" userId="51db075b-0891-458b-a6d3-21cc9bab1487" providerId="ADAL" clId="{EA82D039-91D0-4408-8552-4571B8BC4B33}" dt="2026-05-29T10:15:01.849" v="230" actId="20577"/>
          <ac:spMkLst>
            <pc:docMk/>
            <pc:sldMk cId="3012141191" sldId="265"/>
            <ac:spMk id="2" creationId="{DA010C2B-E301-77C0-A174-BB69B90ED2B8}"/>
          </ac:spMkLst>
        </pc:spChg>
        <pc:spChg chg="del">
          <ac:chgData name="Chirag Gautam" userId="51db075b-0891-458b-a6d3-21cc9bab1487" providerId="ADAL" clId="{EA82D039-91D0-4408-8552-4571B8BC4B33}" dt="2026-05-29T12:53:16.967" v="2504" actId="478"/>
          <ac:spMkLst>
            <pc:docMk/>
            <pc:sldMk cId="3012141191" sldId="265"/>
            <ac:spMk id="3" creationId="{F616FDB3-66F3-1974-D12F-39C9549C326D}"/>
          </ac:spMkLst>
        </pc:spChg>
        <pc:spChg chg="mod">
          <ac:chgData name="Chirag Gautam" userId="51db075b-0891-458b-a6d3-21cc9bab1487" providerId="ADAL" clId="{EA82D039-91D0-4408-8552-4571B8BC4B33}" dt="2026-05-29T10:44:10.998" v="710" actId="20577"/>
          <ac:spMkLst>
            <pc:docMk/>
            <pc:sldMk cId="3012141191" sldId="265"/>
            <ac:spMk id="4" creationId="{C68801B4-5E1A-8743-076F-14388F717D93}"/>
          </ac:spMkLst>
        </pc:spChg>
      </pc:sldChg>
      <pc:sldChg chg="delSp mod">
        <pc:chgData name="Chirag Gautam" userId="51db075b-0891-458b-a6d3-21cc9bab1487" providerId="ADAL" clId="{EA82D039-91D0-4408-8552-4571B8BC4B33}" dt="2026-05-29T12:53:12.838" v="2502" actId="478"/>
        <pc:sldMkLst>
          <pc:docMk/>
          <pc:sldMk cId="2982455011" sldId="266"/>
        </pc:sldMkLst>
        <pc:spChg chg="del">
          <ac:chgData name="Chirag Gautam" userId="51db075b-0891-458b-a6d3-21cc9bab1487" providerId="ADAL" clId="{EA82D039-91D0-4408-8552-4571B8BC4B33}" dt="2026-05-29T12:53:12.838" v="2502" actId="478"/>
          <ac:spMkLst>
            <pc:docMk/>
            <pc:sldMk cId="2982455011" sldId="266"/>
            <ac:spMk id="3" creationId="{DACF572B-F7C3-CCB7-97D1-B517D4F68731}"/>
          </ac:spMkLst>
        </pc:spChg>
      </pc:sldChg>
      <pc:sldChg chg="delSp modSp mod">
        <pc:chgData name="Chirag Gautam" userId="51db075b-0891-458b-a6d3-21cc9bab1487" providerId="ADAL" clId="{EA82D039-91D0-4408-8552-4571B8BC4B33}" dt="2026-05-29T12:15:34.990" v="2319" actId="27636"/>
        <pc:sldMkLst>
          <pc:docMk/>
          <pc:sldMk cId="1351155747" sldId="267"/>
        </pc:sldMkLst>
        <pc:spChg chg="mod">
          <ac:chgData name="Chirag Gautam" userId="51db075b-0891-458b-a6d3-21cc9bab1487" providerId="ADAL" clId="{EA82D039-91D0-4408-8552-4571B8BC4B33}" dt="2026-05-29T11:10:55.408" v="724" actId="20577"/>
          <ac:spMkLst>
            <pc:docMk/>
            <pc:sldMk cId="1351155747" sldId="267"/>
            <ac:spMk id="2" creationId="{5FDDF817-9488-B696-70CB-9B56C81784E2}"/>
          </ac:spMkLst>
        </pc:spChg>
        <pc:spChg chg="del">
          <ac:chgData name="Chirag Gautam" userId="51db075b-0891-458b-a6d3-21cc9bab1487" providerId="ADAL" clId="{EA82D039-91D0-4408-8552-4571B8BC4B33}" dt="2026-05-29T12:13:16.273" v="2314" actId="478"/>
          <ac:spMkLst>
            <pc:docMk/>
            <pc:sldMk cId="1351155747" sldId="267"/>
            <ac:spMk id="3" creationId="{D4D47366-0421-69E8-BCB5-FDCE93E2D4D3}"/>
          </ac:spMkLst>
        </pc:spChg>
        <pc:spChg chg="mod">
          <ac:chgData name="Chirag Gautam" userId="51db075b-0891-458b-a6d3-21cc9bab1487" providerId="ADAL" clId="{EA82D039-91D0-4408-8552-4571B8BC4B33}" dt="2026-05-29T12:15:34.990" v="2319" actId="27636"/>
          <ac:spMkLst>
            <pc:docMk/>
            <pc:sldMk cId="1351155747" sldId="267"/>
            <ac:spMk id="4" creationId="{D0F9DFCA-AAAB-37DC-C0CF-9B1AC68CE725}"/>
          </ac:spMkLst>
        </pc:spChg>
      </pc:sldChg>
      <pc:sldChg chg="delSp modSp mod">
        <pc:chgData name="Chirag Gautam" userId="51db075b-0891-458b-a6d3-21cc9bab1487" providerId="ADAL" clId="{EA82D039-91D0-4408-8552-4571B8BC4B33}" dt="2026-05-29T12:53:38.926" v="2507" actId="478"/>
        <pc:sldMkLst>
          <pc:docMk/>
          <pc:sldMk cId="2263411689" sldId="268"/>
        </pc:sldMkLst>
        <pc:spChg chg="mod">
          <ac:chgData name="Chirag Gautam" userId="51db075b-0891-458b-a6d3-21cc9bab1487" providerId="ADAL" clId="{EA82D039-91D0-4408-8552-4571B8BC4B33}" dt="2026-05-29T12:52:07.334" v="2436" actId="20577"/>
          <ac:spMkLst>
            <pc:docMk/>
            <pc:sldMk cId="2263411689" sldId="268"/>
            <ac:spMk id="2" creationId="{83B9D120-75BC-7F48-AEE1-03DC82F07E1F}"/>
          </ac:spMkLst>
        </pc:spChg>
        <pc:spChg chg="del">
          <ac:chgData name="Chirag Gautam" userId="51db075b-0891-458b-a6d3-21cc9bab1487" providerId="ADAL" clId="{EA82D039-91D0-4408-8552-4571B8BC4B33}" dt="2026-05-29T12:53:38.926" v="2507" actId="478"/>
          <ac:spMkLst>
            <pc:docMk/>
            <pc:sldMk cId="2263411689" sldId="268"/>
            <ac:spMk id="3" creationId="{F1AEB212-EB06-9A12-B207-B556DC71EC7F}"/>
          </ac:spMkLst>
        </pc:spChg>
        <pc:spChg chg="mod">
          <ac:chgData name="Chirag Gautam" userId="51db075b-0891-458b-a6d3-21cc9bab1487" providerId="ADAL" clId="{EA82D039-91D0-4408-8552-4571B8BC4B33}" dt="2026-05-29T12:51:56.198" v="2418" actId="15"/>
          <ac:spMkLst>
            <pc:docMk/>
            <pc:sldMk cId="2263411689" sldId="268"/>
            <ac:spMk id="4" creationId="{7A2E25E9-6676-C5ED-8BBA-22913FB05050}"/>
          </ac:spMkLst>
        </pc:spChg>
      </pc:sldChg>
      <pc:sldChg chg="mod ord modShow">
        <pc:chgData name="Chirag Gautam" userId="51db075b-0891-458b-a6d3-21cc9bab1487" providerId="ADAL" clId="{EA82D039-91D0-4408-8552-4571B8BC4B33}" dt="2026-05-29T13:01:21.714" v="2508" actId="729"/>
        <pc:sldMkLst>
          <pc:docMk/>
          <pc:sldMk cId="1686517682" sldId="26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5/28/2026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5/28/2026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060679C-80C7-4E7D-9614-ABA41C5B2858}" type="slidenum">
              <a:rPr lang="en-US" smtClean="0"/>
              <a:t>6</a:t>
            </a:fld>
            <a:endParaRPr lang="en-US" dirty="0"/>
          </a:p>
        </p:txBody>
      </p:sp>
    </p:spTree>
    <p:extLst>
      <p:ext uri="{BB962C8B-B14F-4D97-AF65-F5344CB8AC3E}">
        <p14:creationId xmlns:p14="http://schemas.microsoft.com/office/powerpoint/2010/main" val="37821833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dirty="0"/>
              <a:t>Click icon to add picture</a:t>
            </a:r>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69" r:id="rId4"/>
    <p:sldLayoutId id="2147483655" r:id="rId5"/>
    <p:sldLayoutId id="2147483651" r:id="rId6"/>
    <p:sldLayoutId id="2147483662" r:id="rId7"/>
    <p:sldLayoutId id="2147483653" r:id="rId8"/>
    <p:sldLayoutId id="2147483663" r:id="rId9"/>
    <p:sldLayoutId id="2147483665" r:id="rId10"/>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84351-6F06-8040-B89E-3139125C20CB}"/>
              </a:ext>
            </a:extLst>
          </p:cNvPr>
          <p:cNvSpPr>
            <a:spLocks noGrp="1"/>
          </p:cNvSpPr>
          <p:nvPr>
            <p:ph type="title"/>
          </p:nvPr>
        </p:nvSpPr>
        <p:spPr>
          <a:xfrm>
            <a:off x="1144292" y="1517904"/>
            <a:ext cx="5029200" cy="3291840"/>
          </a:xfrm>
        </p:spPr>
        <p:txBody>
          <a:bodyPr>
            <a:normAutofit fontScale="90000"/>
          </a:bodyPr>
          <a:lstStyle/>
          <a:p>
            <a:r>
              <a:rPr lang="en-US" dirty="0"/>
              <a:t>Cloud Computing, AWS and Databricks</a:t>
            </a:r>
            <a:br>
              <a:rPr lang="en-US" dirty="0"/>
            </a:br>
            <a:endParaRPr lang="en-IN" dirty="0"/>
          </a:p>
        </p:txBody>
      </p:sp>
      <p:sp>
        <p:nvSpPr>
          <p:cNvPr id="3" name="Text Placeholder 2">
            <a:extLst>
              <a:ext uri="{FF2B5EF4-FFF2-40B4-BE49-F238E27FC236}">
                <a16:creationId xmlns:a16="http://schemas.microsoft.com/office/drawing/2014/main" id="{C1CBCABF-4268-0563-17FD-E03F41B0C730}"/>
              </a:ext>
            </a:extLst>
          </p:cNvPr>
          <p:cNvSpPr>
            <a:spLocks noGrp="1"/>
          </p:cNvSpPr>
          <p:nvPr>
            <p:ph type="body" sz="quarter" idx="28"/>
          </p:nvPr>
        </p:nvSpPr>
        <p:spPr>
          <a:xfrm>
            <a:off x="1260894" y="4172084"/>
            <a:ext cx="4326090" cy="914400"/>
          </a:xfrm>
        </p:spPr>
        <p:txBody>
          <a:bodyPr/>
          <a:lstStyle/>
          <a:p>
            <a:r>
              <a:rPr lang="en-US" dirty="0"/>
              <a:t>Basics of cloud computing and </a:t>
            </a:r>
            <a:r>
              <a:rPr lang="en-US" dirty="0" err="1"/>
              <a:t>databricks</a:t>
            </a:r>
            <a:endParaRPr lang="en-IN" dirty="0"/>
          </a:p>
        </p:txBody>
      </p:sp>
      <p:sp>
        <p:nvSpPr>
          <p:cNvPr id="4" name="Picture Placeholder 3">
            <a:extLst>
              <a:ext uri="{FF2B5EF4-FFF2-40B4-BE49-F238E27FC236}">
                <a16:creationId xmlns:a16="http://schemas.microsoft.com/office/drawing/2014/main" id="{E30EBCE0-8526-16CB-F7BE-2D500115D34B}"/>
              </a:ext>
            </a:extLst>
          </p:cNvPr>
          <p:cNvSpPr>
            <a:spLocks noGrp="1"/>
          </p:cNvSpPr>
          <p:nvPr>
            <p:ph type="pic" sz="quarter" idx="47"/>
          </p:nvPr>
        </p:nvSpPr>
        <p:spPr/>
        <p:txBody>
          <a:bodyPr/>
          <a:lstStyle/>
          <a:p>
            <a:endParaRPr lang="en-IN" dirty="0"/>
          </a:p>
        </p:txBody>
      </p:sp>
    </p:spTree>
    <p:extLst>
      <p:ext uri="{BB962C8B-B14F-4D97-AF65-F5344CB8AC3E}">
        <p14:creationId xmlns:p14="http://schemas.microsoft.com/office/powerpoint/2010/main" val="2802816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4C82D-9C86-5AF0-9D41-EE45F09FA607}"/>
              </a:ext>
            </a:extLst>
          </p:cNvPr>
          <p:cNvSpPr>
            <a:spLocks noGrp="1"/>
          </p:cNvSpPr>
          <p:nvPr>
            <p:ph type="title"/>
          </p:nvPr>
        </p:nvSpPr>
        <p:spPr/>
        <p:txBody>
          <a:bodyPr/>
          <a:lstStyle/>
          <a:p>
            <a:r>
              <a:rPr lang="en-US" dirty="0"/>
              <a:t>Agenda</a:t>
            </a:r>
            <a:endParaRPr lang="en-IN" dirty="0"/>
          </a:p>
        </p:txBody>
      </p:sp>
      <p:sp>
        <p:nvSpPr>
          <p:cNvPr id="3" name="Content Placeholder 2">
            <a:extLst>
              <a:ext uri="{FF2B5EF4-FFF2-40B4-BE49-F238E27FC236}">
                <a16:creationId xmlns:a16="http://schemas.microsoft.com/office/drawing/2014/main" id="{26B760F8-21DA-F145-AF2C-3D03D5475E39}"/>
              </a:ext>
            </a:extLst>
          </p:cNvPr>
          <p:cNvSpPr>
            <a:spLocks noGrp="1"/>
          </p:cNvSpPr>
          <p:nvPr>
            <p:ph sz="quarter" idx="35"/>
          </p:nvPr>
        </p:nvSpPr>
        <p:spPr>
          <a:xfrm>
            <a:off x="5403469" y="3675888"/>
            <a:ext cx="3475038" cy="2378075"/>
          </a:xfrm>
        </p:spPr>
        <p:txBody>
          <a:bodyPr/>
          <a:lstStyle/>
          <a:p>
            <a:r>
              <a:rPr lang="en-US" dirty="0"/>
              <a:t>AWS Cloud Computing Basics</a:t>
            </a:r>
          </a:p>
          <a:p>
            <a:r>
              <a:rPr lang="en-US" dirty="0"/>
              <a:t>Analytics on AWS</a:t>
            </a:r>
          </a:p>
          <a:p>
            <a:r>
              <a:rPr lang="en-US" dirty="0"/>
              <a:t>Databricks Basics</a:t>
            </a:r>
          </a:p>
          <a:p>
            <a:r>
              <a:rPr lang="en-US" dirty="0"/>
              <a:t>Git</a:t>
            </a:r>
          </a:p>
          <a:p>
            <a:endParaRPr lang="en-US" dirty="0"/>
          </a:p>
          <a:p>
            <a:endParaRPr lang="en-IN" dirty="0"/>
          </a:p>
        </p:txBody>
      </p:sp>
      <p:sp>
        <p:nvSpPr>
          <p:cNvPr id="4" name="Slide Number Placeholder 3">
            <a:extLst>
              <a:ext uri="{FF2B5EF4-FFF2-40B4-BE49-F238E27FC236}">
                <a16:creationId xmlns:a16="http://schemas.microsoft.com/office/drawing/2014/main" id="{069C6E86-1CAA-CD52-8899-61A716BCA1B2}"/>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729052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E1A6A-7430-7738-612E-817CF4E50061}"/>
              </a:ext>
            </a:extLst>
          </p:cNvPr>
          <p:cNvSpPr>
            <a:spLocks noGrp="1"/>
          </p:cNvSpPr>
          <p:nvPr>
            <p:ph type="title"/>
          </p:nvPr>
        </p:nvSpPr>
        <p:spPr/>
        <p:txBody>
          <a:bodyPr/>
          <a:lstStyle/>
          <a:p>
            <a:r>
              <a:rPr lang="en-US" dirty="0"/>
              <a:t>Cloud Computing</a:t>
            </a:r>
            <a:endParaRPr lang="en-IN" dirty="0"/>
          </a:p>
        </p:txBody>
      </p:sp>
      <p:sp>
        <p:nvSpPr>
          <p:cNvPr id="4" name="Content Placeholder 3">
            <a:extLst>
              <a:ext uri="{FF2B5EF4-FFF2-40B4-BE49-F238E27FC236}">
                <a16:creationId xmlns:a16="http://schemas.microsoft.com/office/drawing/2014/main" id="{2783E0BB-4F18-3EF0-CE97-4E6A75DCA6EA}"/>
              </a:ext>
            </a:extLst>
          </p:cNvPr>
          <p:cNvSpPr>
            <a:spLocks noGrp="1"/>
          </p:cNvSpPr>
          <p:nvPr>
            <p:ph idx="30"/>
          </p:nvPr>
        </p:nvSpPr>
        <p:spPr>
          <a:xfrm>
            <a:off x="914400" y="2743199"/>
            <a:ext cx="10552176" cy="3264409"/>
          </a:xfrm>
        </p:spPr>
        <p:txBody>
          <a:bodyPr>
            <a:normAutofit lnSpcReduction="10000"/>
          </a:bodyPr>
          <a:lstStyle/>
          <a:p>
            <a:r>
              <a:rPr lang="en-US" dirty="0"/>
              <a:t>What is cloud computing? – on-demand delivery of tech resources (computing power, storage, database, applications etc) through a cloud services platform (like AWS) through the internet with pay-as-you-go pricing.</a:t>
            </a:r>
          </a:p>
          <a:p>
            <a:r>
              <a:rPr lang="en-IN" dirty="0"/>
              <a:t>Benefits –</a:t>
            </a:r>
          </a:p>
          <a:p>
            <a:pPr lvl="1"/>
            <a:r>
              <a:rPr lang="en-IN" dirty="0"/>
              <a:t>Pay as you go</a:t>
            </a:r>
          </a:p>
          <a:p>
            <a:pPr lvl="1"/>
            <a:r>
              <a:rPr lang="en-IN" dirty="0"/>
              <a:t>On demand delivery, get as much as needed quick, removes the guesswork for resources.</a:t>
            </a:r>
          </a:p>
          <a:p>
            <a:pPr lvl="1"/>
            <a:r>
              <a:rPr lang="en-US" dirty="0"/>
              <a:t>Large scale service, low price for customers</a:t>
            </a:r>
          </a:p>
          <a:p>
            <a:pPr lvl="1"/>
            <a:r>
              <a:rPr lang="en-US" dirty="0"/>
              <a:t>High speed and agility, reducing the cost for experimentation.</a:t>
            </a:r>
          </a:p>
          <a:p>
            <a:pPr lvl="1"/>
            <a:r>
              <a:rPr lang="en-US" dirty="0"/>
              <a:t>Companies can save costs by focusing on what differentiates them</a:t>
            </a:r>
          </a:p>
          <a:p>
            <a:pPr lvl="1"/>
            <a:endParaRPr lang="en-US" dirty="0"/>
          </a:p>
          <a:p>
            <a:pPr lvl="1"/>
            <a:endParaRPr lang="en-US" dirty="0"/>
          </a:p>
        </p:txBody>
      </p:sp>
      <p:sp>
        <p:nvSpPr>
          <p:cNvPr id="5" name="Slide Number Placeholder 4">
            <a:extLst>
              <a:ext uri="{FF2B5EF4-FFF2-40B4-BE49-F238E27FC236}">
                <a16:creationId xmlns:a16="http://schemas.microsoft.com/office/drawing/2014/main" id="{465F793D-EE0B-D27F-0BAF-FDACE7980B51}"/>
              </a:ext>
            </a:extLst>
          </p:cNvPr>
          <p:cNvSpPr>
            <a:spLocks noGrp="1"/>
          </p:cNvSpPr>
          <p:nvPr>
            <p:ph type="sldNum" sz="quarter" idx="29"/>
          </p:nvPr>
        </p:nvSpPr>
        <p:spPr/>
        <p:txBody>
          <a:bodyPr/>
          <a:lstStyle/>
          <a:p>
            <a:fld id="{47FEACEE-25B4-4A2D-B147-27296E36371D}" type="slidenum">
              <a:rPr lang="en-US" altLang="zh-CN" noProof="0" smtClean="0"/>
              <a:pPr/>
              <a:t>3</a:t>
            </a:fld>
            <a:endParaRPr lang="en-US" altLang="zh-CN" noProof="0" dirty="0"/>
          </a:p>
        </p:txBody>
      </p:sp>
    </p:spTree>
    <p:extLst>
      <p:ext uri="{BB962C8B-B14F-4D97-AF65-F5344CB8AC3E}">
        <p14:creationId xmlns:p14="http://schemas.microsoft.com/office/powerpoint/2010/main" val="2370248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BA04C-76D0-9E84-91D3-27E3ECAC89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CFF890-953E-DA16-49D8-13542D4A9036}"/>
              </a:ext>
            </a:extLst>
          </p:cNvPr>
          <p:cNvSpPr>
            <a:spLocks noGrp="1"/>
          </p:cNvSpPr>
          <p:nvPr>
            <p:ph type="title"/>
          </p:nvPr>
        </p:nvSpPr>
        <p:spPr/>
        <p:txBody>
          <a:bodyPr/>
          <a:lstStyle/>
          <a:p>
            <a:r>
              <a:rPr lang="en-US" dirty="0"/>
              <a:t>On-premise VS Cloud computing</a:t>
            </a:r>
            <a:endParaRPr lang="en-IN" dirty="0"/>
          </a:p>
        </p:txBody>
      </p:sp>
      <p:sp>
        <p:nvSpPr>
          <p:cNvPr id="4" name="Content Placeholder 3">
            <a:extLst>
              <a:ext uri="{FF2B5EF4-FFF2-40B4-BE49-F238E27FC236}">
                <a16:creationId xmlns:a16="http://schemas.microsoft.com/office/drawing/2014/main" id="{E1F28872-F94B-C8FD-998F-9068C129C39F}"/>
              </a:ext>
            </a:extLst>
          </p:cNvPr>
          <p:cNvSpPr>
            <a:spLocks noGrp="1"/>
          </p:cNvSpPr>
          <p:nvPr>
            <p:ph idx="30"/>
          </p:nvPr>
        </p:nvSpPr>
        <p:spPr>
          <a:xfrm>
            <a:off x="914400" y="2743199"/>
            <a:ext cx="9774936" cy="3264409"/>
          </a:xfrm>
        </p:spPr>
        <p:txBody>
          <a:bodyPr>
            <a:normAutofit/>
          </a:bodyPr>
          <a:lstStyle/>
          <a:p>
            <a:r>
              <a:rPr lang="en-US" dirty="0"/>
              <a:t>In a traditional on-premise execution, companies had to maintain physical presence and maintain their own hardware and platforms, which demanded maintenance and consistent performance. This is costly to firms, and experimentation impossible.</a:t>
            </a:r>
          </a:p>
          <a:p>
            <a:r>
              <a:rPr lang="en-US" dirty="0"/>
              <a:t>As companies scaled, maintaining a large physical presence became hard, and unsustainable. Precisely the problem cloud computing solves.</a:t>
            </a:r>
          </a:p>
          <a:p>
            <a:r>
              <a:rPr lang="en-US" dirty="0"/>
              <a:t>E.g. The scenario where you need to set-up an experimental environment, while an on-premise solution would be expensive and slow, cloud computing can help do this in a fraction of the time.</a:t>
            </a:r>
          </a:p>
          <a:p>
            <a:r>
              <a:rPr lang="en-US" dirty="0"/>
              <a:t>Cloud computing helps us to focus on what matters, while handling the redundant heavy lifting on their end. So that we can build on what differentiates us.</a:t>
            </a:r>
          </a:p>
          <a:p>
            <a:endParaRPr lang="en-US" dirty="0"/>
          </a:p>
        </p:txBody>
      </p:sp>
      <p:sp>
        <p:nvSpPr>
          <p:cNvPr id="5" name="Slide Number Placeholder 4">
            <a:extLst>
              <a:ext uri="{FF2B5EF4-FFF2-40B4-BE49-F238E27FC236}">
                <a16:creationId xmlns:a16="http://schemas.microsoft.com/office/drawing/2014/main" id="{274EF958-C6D7-032B-2568-DCBFBB543ABA}"/>
              </a:ext>
            </a:extLst>
          </p:cNvPr>
          <p:cNvSpPr>
            <a:spLocks noGrp="1"/>
          </p:cNvSpPr>
          <p:nvPr>
            <p:ph type="sldNum" sz="quarter" idx="29"/>
          </p:nvPr>
        </p:nvSpPr>
        <p:spPr/>
        <p:txBody>
          <a:bodyPr/>
          <a:lstStyle/>
          <a:p>
            <a:fld id="{47FEACEE-25B4-4A2D-B147-27296E36371D}" type="slidenum">
              <a:rPr lang="en-US" altLang="zh-CN" noProof="0" smtClean="0"/>
              <a:pPr/>
              <a:t>4</a:t>
            </a:fld>
            <a:endParaRPr lang="en-US" altLang="zh-CN" noProof="0" dirty="0"/>
          </a:p>
        </p:txBody>
      </p:sp>
    </p:spTree>
    <p:extLst>
      <p:ext uri="{BB962C8B-B14F-4D97-AF65-F5344CB8AC3E}">
        <p14:creationId xmlns:p14="http://schemas.microsoft.com/office/powerpoint/2010/main" val="2014762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39515-E0B5-C910-D3FB-1DCC7887AD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F69551-FE05-F4F1-D6AB-D3982B65ACA1}"/>
              </a:ext>
            </a:extLst>
          </p:cNvPr>
          <p:cNvSpPr>
            <a:spLocks noGrp="1"/>
          </p:cNvSpPr>
          <p:nvPr>
            <p:ph type="title"/>
          </p:nvPr>
        </p:nvSpPr>
        <p:spPr/>
        <p:txBody>
          <a:bodyPr/>
          <a:lstStyle/>
          <a:p>
            <a:r>
              <a:rPr lang="en-US" dirty="0"/>
              <a:t>IaaS, PaaS, SaaS</a:t>
            </a:r>
            <a:endParaRPr lang="en-IN" dirty="0"/>
          </a:p>
        </p:txBody>
      </p:sp>
      <p:sp>
        <p:nvSpPr>
          <p:cNvPr id="4" name="Content Placeholder 3">
            <a:extLst>
              <a:ext uri="{FF2B5EF4-FFF2-40B4-BE49-F238E27FC236}">
                <a16:creationId xmlns:a16="http://schemas.microsoft.com/office/drawing/2014/main" id="{5D93187E-035F-B1AB-3D0D-EC3A743F8F30}"/>
              </a:ext>
            </a:extLst>
          </p:cNvPr>
          <p:cNvSpPr>
            <a:spLocks noGrp="1"/>
          </p:cNvSpPr>
          <p:nvPr>
            <p:ph idx="30"/>
          </p:nvPr>
        </p:nvSpPr>
        <p:spPr>
          <a:xfrm>
            <a:off x="914400" y="2743199"/>
            <a:ext cx="10552176" cy="3474721"/>
          </a:xfrm>
        </p:spPr>
        <p:txBody>
          <a:bodyPr>
            <a:normAutofit/>
          </a:bodyPr>
          <a:lstStyle/>
          <a:p>
            <a:r>
              <a:rPr lang="en-US" dirty="0"/>
              <a:t>Different levels of flexibility, abstraction and control. </a:t>
            </a:r>
          </a:p>
          <a:p>
            <a:r>
              <a:rPr lang="en-US" dirty="0"/>
              <a:t>IaaS – provides the basic building blocks (</a:t>
            </a:r>
            <a:r>
              <a:rPr lang="en-US" dirty="0" err="1"/>
              <a:t>cpu</a:t>
            </a:r>
            <a:r>
              <a:rPr lang="en-US" dirty="0"/>
              <a:t>, ram etc) along with networking features, and storage space. Most flexible among the 3, providing complete control over these resources. </a:t>
            </a:r>
          </a:p>
          <a:p>
            <a:r>
              <a:rPr lang="en-US" dirty="0"/>
              <a:t>PaaS – removes the need to manage the underlying infrastructure, providing you with the hardware and OS to deploy and manager your applications. This increases efficiency, because now we don’t have to worry about the logistical issues, and focus on what differentiates us, with everything else being handled by the cloud.</a:t>
            </a:r>
          </a:p>
          <a:p>
            <a:r>
              <a:rPr lang="en-US" dirty="0"/>
              <a:t>SaaS – provides a complete product. Now we don’t have to worry about anything, our only concern is how the software is going to be used by us. You can ignore how it is being managed on the other side. A basic example is using web-based mailing, where we don’t know how everything is handled, all we care about is sending and receiving mails.</a:t>
            </a:r>
          </a:p>
          <a:p>
            <a:endParaRPr lang="en-US" dirty="0"/>
          </a:p>
          <a:p>
            <a:endParaRPr lang="en-US" dirty="0"/>
          </a:p>
        </p:txBody>
      </p:sp>
      <p:sp>
        <p:nvSpPr>
          <p:cNvPr id="5" name="Slide Number Placeholder 4">
            <a:extLst>
              <a:ext uri="{FF2B5EF4-FFF2-40B4-BE49-F238E27FC236}">
                <a16:creationId xmlns:a16="http://schemas.microsoft.com/office/drawing/2014/main" id="{4CDA346C-AB3A-5CA0-E442-C5C4CC23A6E1}"/>
              </a:ext>
            </a:extLst>
          </p:cNvPr>
          <p:cNvSpPr>
            <a:spLocks noGrp="1"/>
          </p:cNvSpPr>
          <p:nvPr>
            <p:ph type="sldNum" sz="quarter" idx="29"/>
          </p:nvPr>
        </p:nvSpPr>
        <p:spPr/>
        <p:txBody>
          <a:bodyPr/>
          <a:lstStyle/>
          <a:p>
            <a:fld id="{47FEACEE-25B4-4A2D-B147-27296E36371D}" type="slidenum">
              <a:rPr lang="en-US" altLang="zh-CN" noProof="0" smtClean="0"/>
              <a:pPr/>
              <a:t>5</a:t>
            </a:fld>
            <a:endParaRPr lang="en-US" altLang="zh-CN" noProof="0" dirty="0"/>
          </a:p>
        </p:txBody>
      </p:sp>
    </p:spTree>
    <p:extLst>
      <p:ext uri="{BB962C8B-B14F-4D97-AF65-F5344CB8AC3E}">
        <p14:creationId xmlns:p14="http://schemas.microsoft.com/office/powerpoint/2010/main" val="3799674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4FA47-12F3-A127-D631-37827FC980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4793F4-20F3-39A1-5362-05F9653D0422}"/>
              </a:ext>
            </a:extLst>
          </p:cNvPr>
          <p:cNvSpPr>
            <a:spLocks noGrp="1"/>
          </p:cNvSpPr>
          <p:nvPr>
            <p:ph type="title"/>
          </p:nvPr>
        </p:nvSpPr>
        <p:spPr/>
        <p:txBody>
          <a:bodyPr/>
          <a:lstStyle/>
          <a:p>
            <a:r>
              <a:rPr lang="en-US" dirty="0"/>
              <a:t>Developer Tools – Interaction with AWS</a:t>
            </a:r>
            <a:endParaRPr lang="en-IN" dirty="0"/>
          </a:p>
        </p:txBody>
      </p:sp>
      <p:sp>
        <p:nvSpPr>
          <p:cNvPr id="4" name="Content Placeholder 3">
            <a:extLst>
              <a:ext uri="{FF2B5EF4-FFF2-40B4-BE49-F238E27FC236}">
                <a16:creationId xmlns:a16="http://schemas.microsoft.com/office/drawing/2014/main" id="{5C4874CC-C52A-4BDC-7D1C-B709970C5D13}"/>
              </a:ext>
            </a:extLst>
          </p:cNvPr>
          <p:cNvSpPr>
            <a:spLocks noGrp="1"/>
          </p:cNvSpPr>
          <p:nvPr>
            <p:ph idx="30"/>
          </p:nvPr>
        </p:nvSpPr>
        <p:spPr>
          <a:xfrm>
            <a:off x="914400" y="2743199"/>
            <a:ext cx="10552176" cy="3694177"/>
          </a:xfrm>
        </p:spPr>
        <p:txBody>
          <a:bodyPr>
            <a:normAutofit lnSpcReduction="10000"/>
          </a:bodyPr>
          <a:lstStyle/>
          <a:p>
            <a:r>
              <a:rPr lang="en-US" dirty="0"/>
              <a:t>When the infrastructure is being handled on cloud, instead of being managed physically, it is managed logically, through AWS API (Application Programming Interface). That is, we are using API calls to make changes (creation, deletion etc) in any AWS resource.</a:t>
            </a:r>
          </a:p>
          <a:p>
            <a:r>
              <a:rPr lang="en-US" dirty="0"/>
              <a:t>There are multiple ways, but for introduction, below four are important – </a:t>
            </a:r>
          </a:p>
          <a:p>
            <a:pPr lvl="1"/>
            <a:r>
              <a:rPr lang="en-US" dirty="0"/>
              <a:t>AWS Management Console – GUI interface for AWS management. No scripts.</a:t>
            </a:r>
          </a:p>
          <a:p>
            <a:pPr lvl="1"/>
            <a:r>
              <a:rPr lang="en-US" dirty="0"/>
              <a:t>AWS Command Line Interface (CLI) – CLI as it says, managed through commands in terminal (or </a:t>
            </a:r>
            <a:r>
              <a:rPr lang="en-US" dirty="0" err="1"/>
              <a:t>powershell</a:t>
            </a:r>
            <a:r>
              <a:rPr lang="en-US" dirty="0"/>
              <a:t>/</a:t>
            </a:r>
            <a:r>
              <a:rPr lang="en-US" dirty="0" err="1"/>
              <a:t>cmd</a:t>
            </a:r>
            <a:r>
              <a:rPr lang="en-US" dirty="0"/>
              <a:t>) like bash </a:t>
            </a:r>
            <a:r>
              <a:rPr lang="en-US" dirty="0" err="1"/>
              <a:t>zsh</a:t>
            </a:r>
            <a:r>
              <a:rPr lang="en-US" dirty="0"/>
              <a:t> etc. </a:t>
            </a:r>
            <a:r>
              <a:rPr lang="en-US" dirty="0" err="1"/>
              <a:t>Cloudshell</a:t>
            </a:r>
            <a:r>
              <a:rPr lang="en-US" dirty="0"/>
              <a:t>, a browser based shell for AWS. With this, we can script and use syntactical commands, like using the terminal, which is much faster than GUI.</a:t>
            </a:r>
          </a:p>
          <a:p>
            <a:pPr lvl="1"/>
            <a:r>
              <a:rPr lang="en-US" dirty="0"/>
              <a:t>IDE and IDE toolkits – allowing user to access AWS through their preferred environment (like PyCharm, VSC, etc)</a:t>
            </a:r>
          </a:p>
          <a:p>
            <a:pPr lvl="1"/>
            <a:r>
              <a:rPr lang="en-US" dirty="0"/>
              <a:t>AWS Software Development Kits (SDKs) – SDKs allow you to use AWS programmatically, giving conditional calls to AWS, and integrating AWS in a pipeline of actions.</a:t>
            </a:r>
          </a:p>
        </p:txBody>
      </p:sp>
      <p:sp>
        <p:nvSpPr>
          <p:cNvPr id="5" name="Slide Number Placeholder 4">
            <a:extLst>
              <a:ext uri="{FF2B5EF4-FFF2-40B4-BE49-F238E27FC236}">
                <a16:creationId xmlns:a16="http://schemas.microsoft.com/office/drawing/2014/main" id="{2DC1D97A-D66C-FD3E-EED8-426DD7D9A470}"/>
              </a:ext>
            </a:extLst>
          </p:cNvPr>
          <p:cNvSpPr>
            <a:spLocks noGrp="1"/>
          </p:cNvSpPr>
          <p:nvPr>
            <p:ph type="sldNum" sz="quarter" idx="29"/>
          </p:nvPr>
        </p:nvSpPr>
        <p:spPr/>
        <p:txBody>
          <a:bodyPr/>
          <a:lstStyle/>
          <a:p>
            <a:fld id="{47FEACEE-25B4-4A2D-B147-27296E36371D}" type="slidenum">
              <a:rPr lang="en-US" altLang="zh-CN" noProof="0" smtClean="0"/>
              <a:pPr/>
              <a:t>6</a:t>
            </a:fld>
            <a:endParaRPr lang="en-US" altLang="zh-CN" noProof="0" dirty="0"/>
          </a:p>
        </p:txBody>
      </p:sp>
    </p:spTree>
    <p:extLst>
      <p:ext uri="{BB962C8B-B14F-4D97-AF65-F5344CB8AC3E}">
        <p14:creationId xmlns:p14="http://schemas.microsoft.com/office/powerpoint/2010/main" val="455465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3159D-DA0D-27C9-1EA6-C1E1351FC6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95A7AE-92D8-C2DD-CFD4-41F92798B1A4}"/>
              </a:ext>
            </a:extLst>
          </p:cNvPr>
          <p:cNvSpPr>
            <a:spLocks noGrp="1"/>
          </p:cNvSpPr>
          <p:nvPr>
            <p:ph type="title"/>
          </p:nvPr>
        </p:nvSpPr>
        <p:spPr>
          <a:xfrm>
            <a:off x="914400" y="731520"/>
            <a:ext cx="5047488" cy="1737360"/>
          </a:xfrm>
        </p:spPr>
        <p:txBody>
          <a:bodyPr>
            <a:normAutofit fontScale="90000"/>
          </a:bodyPr>
          <a:lstStyle/>
          <a:p>
            <a:r>
              <a:rPr lang="en-US" dirty="0"/>
              <a:t>AWS Cloud Development Kit (CDK) and CloudFormation</a:t>
            </a:r>
            <a:endParaRPr lang="en-IN" dirty="0"/>
          </a:p>
        </p:txBody>
      </p:sp>
      <p:sp>
        <p:nvSpPr>
          <p:cNvPr id="4" name="Content Placeholder 3">
            <a:extLst>
              <a:ext uri="{FF2B5EF4-FFF2-40B4-BE49-F238E27FC236}">
                <a16:creationId xmlns:a16="http://schemas.microsoft.com/office/drawing/2014/main" id="{D046DF97-A773-BABE-AD34-088ED661AAF2}"/>
              </a:ext>
            </a:extLst>
          </p:cNvPr>
          <p:cNvSpPr>
            <a:spLocks noGrp="1"/>
          </p:cNvSpPr>
          <p:nvPr>
            <p:ph idx="30"/>
          </p:nvPr>
        </p:nvSpPr>
        <p:spPr>
          <a:xfrm>
            <a:off x="914400" y="2743199"/>
            <a:ext cx="10552176" cy="3264409"/>
          </a:xfrm>
        </p:spPr>
        <p:txBody>
          <a:bodyPr>
            <a:normAutofit/>
          </a:bodyPr>
          <a:lstStyle/>
          <a:p>
            <a:r>
              <a:rPr lang="en-US" dirty="0"/>
              <a:t>Infrastructure as Code (</a:t>
            </a:r>
            <a:r>
              <a:rPr lang="en-US" dirty="0" err="1"/>
              <a:t>IaC</a:t>
            </a:r>
            <a:r>
              <a:rPr lang="en-US" dirty="0"/>
              <a:t>) – enables the creation, deployment and maintenance of infrastructure in a programmatic way.</a:t>
            </a:r>
          </a:p>
          <a:p>
            <a:r>
              <a:rPr lang="en-US" dirty="0"/>
              <a:t>Development Phase - Developers write infrastructure code in their familiar language (python, java etc). The CDK code defines AWS resources as specified in the above code.</a:t>
            </a:r>
          </a:p>
          <a:p>
            <a:r>
              <a:rPr lang="en-US" dirty="0"/>
              <a:t>Synthesis Phase – CDK translates code into AWS CloudFormation template. This generate JSON/YAML file that CloudFormation understands.</a:t>
            </a:r>
          </a:p>
          <a:p>
            <a:r>
              <a:rPr lang="en-US" dirty="0"/>
              <a:t>Deployment Phase – CloudFormation provisions and configures the actual AWS resources..</a:t>
            </a:r>
          </a:p>
          <a:p>
            <a:r>
              <a:rPr lang="en-US" dirty="0"/>
              <a:t>Benefits – familiar programming language, reusable infrastructure constructs and share them, CloudFormation handled the execution, just need to worry about the code we write.</a:t>
            </a:r>
          </a:p>
        </p:txBody>
      </p:sp>
      <p:sp>
        <p:nvSpPr>
          <p:cNvPr id="5" name="Slide Number Placeholder 4">
            <a:extLst>
              <a:ext uri="{FF2B5EF4-FFF2-40B4-BE49-F238E27FC236}">
                <a16:creationId xmlns:a16="http://schemas.microsoft.com/office/drawing/2014/main" id="{94405BCD-A845-DB56-8E19-AAC17D958562}"/>
              </a:ext>
            </a:extLst>
          </p:cNvPr>
          <p:cNvSpPr>
            <a:spLocks noGrp="1"/>
          </p:cNvSpPr>
          <p:nvPr>
            <p:ph type="sldNum" sz="quarter" idx="29"/>
          </p:nvPr>
        </p:nvSpPr>
        <p:spPr/>
        <p:txBody>
          <a:bodyPr/>
          <a:lstStyle/>
          <a:p>
            <a:fld id="{47FEACEE-25B4-4A2D-B147-27296E36371D}" type="slidenum">
              <a:rPr lang="en-US" altLang="zh-CN" noProof="0" smtClean="0"/>
              <a:pPr/>
              <a:t>7</a:t>
            </a:fld>
            <a:endParaRPr lang="en-US" altLang="zh-CN" noProof="0" dirty="0"/>
          </a:p>
        </p:txBody>
      </p:sp>
    </p:spTree>
    <p:extLst>
      <p:ext uri="{BB962C8B-B14F-4D97-AF65-F5344CB8AC3E}">
        <p14:creationId xmlns:p14="http://schemas.microsoft.com/office/powerpoint/2010/main" val="2982455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5EE4F-A1A4-9B01-5F0E-F7B4E79BF0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6A2B8E-60AF-9B21-0A53-00B116A6C066}"/>
              </a:ext>
            </a:extLst>
          </p:cNvPr>
          <p:cNvSpPr>
            <a:spLocks noGrp="1"/>
          </p:cNvSpPr>
          <p:nvPr>
            <p:ph type="title"/>
          </p:nvPr>
        </p:nvSpPr>
        <p:spPr/>
        <p:txBody>
          <a:bodyPr/>
          <a:lstStyle/>
          <a:p>
            <a:r>
              <a:rPr lang="en-US" dirty="0"/>
              <a:t>Analytics on AWS</a:t>
            </a:r>
            <a:endParaRPr lang="en-IN" dirty="0"/>
          </a:p>
        </p:txBody>
      </p:sp>
      <p:sp>
        <p:nvSpPr>
          <p:cNvPr id="4" name="Content Placeholder 3">
            <a:extLst>
              <a:ext uri="{FF2B5EF4-FFF2-40B4-BE49-F238E27FC236}">
                <a16:creationId xmlns:a16="http://schemas.microsoft.com/office/drawing/2014/main" id="{794E6183-4AD3-5100-4B21-44B71C5C8B7E}"/>
              </a:ext>
            </a:extLst>
          </p:cNvPr>
          <p:cNvSpPr>
            <a:spLocks noGrp="1"/>
          </p:cNvSpPr>
          <p:nvPr>
            <p:ph idx="30"/>
          </p:nvPr>
        </p:nvSpPr>
        <p:spPr>
          <a:xfrm>
            <a:off x="914400" y="2743199"/>
            <a:ext cx="10552176" cy="3264409"/>
          </a:xfrm>
        </p:spPr>
        <p:txBody>
          <a:bodyPr>
            <a:normAutofit/>
          </a:bodyPr>
          <a:lstStyle/>
          <a:p>
            <a:r>
              <a:rPr lang="en-US" dirty="0"/>
              <a:t>AWS has a broad set of data analytics and AI tools, for different purposes. SageMaker is one of the main tools which helps in managing data and AI workflows. SageMaker is also a unified studio with all the analytical tools AWS offers, combining all the services in one, and making all of them easier to access.</a:t>
            </a:r>
          </a:p>
          <a:p>
            <a:r>
              <a:rPr lang="en-US" dirty="0"/>
              <a:t>There are 6 analytical services that AWS offers (as mentioned in the blog) – </a:t>
            </a:r>
          </a:p>
          <a:p>
            <a:pPr lvl="1"/>
            <a:r>
              <a:rPr lang="en-US" dirty="0"/>
              <a:t>Streaming – Continuous real-time flow of data, building and processing it as it is generated, unlike batch-wise traditional processing, which is slow and not real time.</a:t>
            </a:r>
          </a:p>
          <a:p>
            <a:pPr lvl="1"/>
            <a:r>
              <a:rPr lang="en-US" dirty="0"/>
              <a:t>Data lakehouse/Data warehouse/Data lake – Access and analyze data in these data systems.</a:t>
            </a:r>
          </a:p>
        </p:txBody>
      </p:sp>
      <p:sp>
        <p:nvSpPr>
          <p:cNvPr id="5" name="Slide Number Placeholder 4">
            <a:extLst>
              <a:ext uri="{FF2B5EF4-FFF2-40B4-BE49-F238E27FC236}">
                <a16:creationId xmlns:a16="http://schemas.microsoft.com/office/drawing/2014/main" id="{71471FF9-A2B7-0A6A-916D-325A7D4079BE}"/>
              </a:ext>
            </a:extLst>
          </p:cNvPr>
          <p:cNvSpPr>
            <a:spLocks noGrp="1"/>
          </p:cNvSpPr>
          <p:nvPr>
            <p:ph type="sldNum" sz="quarter" idx="29"/>
          </p:nvPr>
        </p:nvSpPr>
        <p:spPr/>
        <p:txBody>
          <a:bodyPr/>
          <a:lstStyle/>
          <a:p>
            <a:fld id="{47FEACEE-25B4-4A2D-B147-27296E36371D}" type="slidenum">
              <a:rPr lang="en-US" altLang="zh-CN" noProof="0" smtClean="0"/>
              <a:pPr/>
              <a:t>8</a:t>
            </a:fld>
            <a:endParaRPr lang="en-US" altLang="zh-CN" noProof="0" dirty="0"/>
          </a:p>
        </p:txBody>
      </p:sp>
    </p:spTree>
    <p:extLst>
      <p:ext uri="{BB962C8B-B14F-4D97-AF65-F5344CB8AC3E}">
        <p14:creationId xmlns:p14="http://schemas.microsoft.com/office/powerpoint/2010/main" val="1996718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0F706-2A8D-C30B-62AC-088098976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010C2B-E301-77C0-A174-BB69B90ED2B8}"/>
              </a:ext>
            </a:extLst>
          </p:cNvPr>
          <p:cNvSpPr>
            <a:spLocks noGrp="1"/>
          </p:cNvSpPr>
          <p:nvPr>
            <p:ph type="title"/>
          </p:nvPr>
        </p:nvSpPr>
        <p:spPr/>
        <p:txBody>
          <a:bodyPr/>
          <a:lstStyle/>
          <a:p>
            <a:r>
              <a:rPr lang="en-US" dirty="0"/>
              <a:t>Analytics on AWS (cont.)</a:t>
            </a:r>
            <a:endParaRPr lang="en-IN" dirty="0"/>
          </a:p>
        </p:txBody>
      </p:sp>
      <p:sp>
        <p:nvSpPr>
          <p:cNvPr id="4" name="Content Placeholder 3">
            <a:extLst>
              <a:ext uri="{FF2B5EF4-FFF2-40B4-BE49-F238E27FC236}">
                <a16:creationId xmlns:a16="http://schemas.microsoft.com/office/drawing/2014/main" id="{C68801B4-5E1A-8743-076F-14388F717D93}"/>
              </a:ext>
            </a:extLst>
          </p:cNvPr>
          <p:cNvSpPr>
            <a:spLocks noGrp="1"/>
          </p:cNvSpPr>
          <p:nvPr>
            <p:ph idx="30"/>
          </p:nvPr>
        </p:nvSpPr>
        <p:spPr>
          <a:xfrm>
            <a:off x="914400" y="2743199"/>
            <a:ext cx="10552176" cy="3264409"/>
          </a:xfrm>
        </p:spPr>
        <p:txBody>
          <a:bodyPr>
            <a:normAutofit/>
          </a:bodyPr>
          <a:lstStyle/>
          <a:p>
            <a:r>
              <a:rPr lang="en-US" dirty="0"/>
              <a:t>Data Processing – Analyze, prepare and integrate data for further analysis and AI.</a:t>
            </a:r>
          </a:p>
          <a:p>
            <a:r>
              <a:rPr lang="en-US" dirty="0"/>
              <a:t>Business Intelligence – Interactive graphical interface for building and showing insights.</a:t>
            </a:r>
          </a:p>
          <a:p>
            <a:r>
              <a:rPr lang="en-US" dirty="0"/>
              <a:t>Search Analytics – real-time search, monitoring and analysis of data.</a:t>
            </a:r>
          </a:p>
          <a:p>
            <a:r>
              <a:rPr lang="en-US" dirty="0"/>
              <a:t>Data and AI governance – cataloging, discovering, sharing and govern data across AWS, on-premise and third-party sources.</a:t>
            </a:r>
          </a:p>
          <a:p>
            <a:endParaRPr lang="en-US" dirty="0"/>
          </a:p>
          <a:p>
            <a:endParaRPr lang="en-US" dirty="0"/>
          </a:p>
        </p:txBody>
      </p:sp>
      <p:sp>
        <p:nvSpPr>
          <p:cNvPr id="5" name="Slide Number Placeholder 4">
            <a:extLst>
              <a:ext uri="{FF2B5EF4-FFF2-40B4-BE49-F238E27FC236}">
                <a16:creationId xmlns:a16="http://schemas.microsoft.com/office/drawing/2014/main" id="{B182BB3B-25C3-A0C8-5454-7E00B43A1A3C}"/>
              </a:ext>
            </a:extLst>
          </p:cNvPr>
          <p:cNvSpPr>
            <a:spLocks noGrp="1"/>
          </p:cNvSpPr>
          <p:nvPr>
            <p:ph type="sldNum" sz="quarter" idx="29"/>
          </p:nvPr>
        </p:nvSpPr>
        <p:spPr/>
        <p:txBody>
          <a:bodyPr/>
          <a:lstStyle/>
          <a:p>
            <a:fld id="{47FEACEE-25B4-4A2D-B147-27296E36371D}" type="slidenum">
              <a:rPr lang="en-US" altLang="zh-CN" noProof="0" smtClean="0"/>
              <a:pPr/>
              <a:t>9</a:t>
            </a:fld>
            <a:endParaRPr lang="en-US" altLang="zh-CN" noProof="0" dirty="0"/>
          </a:p>
        </p:txBody>
      </p:sp>
    </p:spTree>
    <p:extLst>
      <p:ext uri="{BB962C8B-B14F-4D97-AF65-F5344CB8AC3E}">
        <p14:creationId xmlns:p14="http://schemas.microsoft.com/office/powerpoint/2010/main" val="3012141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5EBF3-0A35-4328-4443-DB04749F5C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FCC033-2CE8-2591-EDC7-EB2549653EDB}"/>
              </a:ext>
            </a:extLst>
          </p:cNvPr>
          <p:cNvSpPr>
            <a:spLocks noGrp="1"/>
          </p:cNvSpPr>
          <p:nvPr>
            <p:ph type="title"/>
          </p:nvPr>
        </p:nvSpPr>
        <p:spPr/>
        <p:txBody>
          <a:bodyPr/>
          <a:lstStyle/>
          <a:p>
            <a:r>
              <a:rPr lang="en-US" dirty="0"/>
              <a:t>title</a:t>
            </a:r>
            <a:endParaRPr lang="en-IN" dirty="0"/>
          </a:p>
        </p:txBody>
      </p:sp>
      <p:sp>
        <p:nvSpPr>
          <p:cNvPr id="3" name="Content Placeholder 2">
            <a:extLst>
              <a:ext uri="{FF2B5EF4-FFF2-40B4-BE49-F238E27FC236}">
                <a16:creationId xmlns:a16="http://schemas.microsoft.com/office/drawing/2014/main" id="{9683FA8B-3DE7-D363-E446-336FCAB95C0A}"/>
              </a:ext>
            </a:extLst>
          </p:cNvPr>
          <p:cNvSpPr>
            <a:spLocks noGrp="1"/>
          </p:cNvSpPr>
          <p:nvPr>
            <p:ph idx="1"/>
          </p:nvPr>
        </p:nvSpPr>
        <p:spPr/>
        <p:txBody>
          <a:bodyPr/>
          <a:lstStyle/>
          <a:p>
            <a:endParaRPr lang="en-IN" dirty="0"/>
          </a:p>
        </p:txBody>
      </p:sp>
      <p:sp>
        <p:nvSpPr>
          <p:cNvPr id="4" name="Content Placeholder 3">
            <a:extLst>
              <a:ext uri="{FF2B5EF4-FFF2-40B4-BE49-F238E27FC236}">
                <a16:creationId xmlns:a16="http://schemas.microsoft.com/office/drawing/2014/main" id="{B2FCC52C-09E0-4DD4-632C-E6BA0411740A}"/>
              </a:ext>
            </a:extLst>
          </p:cNvPr>
          <p:cNvSpPr>
            <a:spLocks noGrp="1"/>
          </p:cNvSpPr>
          <p:nvPr>
            <p:ph idx="30"/>
          </p:nvPr>
        </p:nvSpPr>
        <p:spPr>
          <a:xfrm>
            <a:off x="914400" y="2743199"/>
            <a:ext cx="10552176" cy="3264409"/>
          </a:xfrm>
        </p:spPr>
        <p:txBody>
          <a:bodyPr>
            <a:normAutofit/>
          </a:bodyPr>
          <a:lstStyle/>
          <a:p>
            <a:r>
              <a:rPr lang="en-US" dirty="0"/>
              <a:t>Blank</a:t>
            </a:r>
          </a:p>
          <a:p>
            <a:endParaRPr lang="en-US" dirty="0"/>
          </a:p>
        </p:txBody>
      </p:sp>
      <p:sp>
        <p:nvSpPr>
          <p:cNvPr id="5" name="Slide Number Placeholder 4">
            <a:extLst>
              <a:ext uri="{FF2B5EF4-FFF2-40B4-BE49-F238E27FC236}">
                <a16:creationId xmlns:a16="http://schemas.microsoft.com/office/drawing/2014/main" id="{CD192E15-587E-C913-15FC-414475920355}"/>
              </a:ext>
            </a:extLst>
          </p:cNvPr>
          <p:cNvSpPr>
            <a:spLocks noGrp="1"/>
          </p:cNvSpPr>
          <p:nvPr>
            <p:ph type="sldNum" sz="quarter" idx="29"/>
          </p:nvPr>
        </p:nvSpPr>
        <p:spPr/>
        <p:txBody>
          <a:bodyPr/>
          <a:lstStyle/>
          <a:p>
            <a:fld id="{47FEACEE-25B4-4A2D-B147-27296E36371D}" type="slidenum">
              <a:rPr lang="en-US" altLang="zh-CN" noProof="0" smtClean="0"/>
              <a:pPr/>
              <a:t>10</a:t>
            </a:fld>
            <a:endParaRPr lang="en-US" altLang="zh-CN" noProof="0" dirty="0"/>
          </a:p>
        </p:txBody>
      </p:sp>
      <p:pic>
        <p:nvPicPr>
          <p:cNvPr id="7" name="Picture 6" descr="Diagram illustrating Amazon SageMaker architecture with a focus on Unified Studio, Data &amp; AI governance, and Lakehouse components. Unified Studio section highlights various capabilities including SQL analytics, data processing, model development, Gen AI app development, streaming, business intelligence, and upcoming search analytics, each supported by specific AWS services.&#10;&#10;AI-generated content may be incorrect.">
            <a:extLst>
              <a:ext uri="{FF2B5EF4-FFF2-40B4-BE49-F238E27FC236}">
                <a16:creationId xmlns:a16="http://schemas.microsoft.com/office/drawing/2014/main" id="{EE31A6AB-E2B3-92CA-7D52-0450FFAE93AA}"/>
              </a:ext>
            </a:extLst>
          </p:cNvPr>
          <p:cNvPicPr>
            <a:picLocks noChangeAspect="1"/>
          </p:cNvPicPr>
          <p:nvPr/>
        </p:nvPicPr>
        <p:blipFill>
          <a:blip r:embed="rId2"/>
          <a:stretch>
            <a:fillRect/>
          </a:stretch>
        </p:blipFill>
        <p:spPr>
          <a:xfrm>
            <a:off x="887200" y="146303"/>
            <a:ext cx="10552175" cy="6397255"/>
          </a:xfrm>
          <a:prstGeom prst="rect">
            <a:avLst/>
          </a:prstGeom>
        </p:spPr>
      </p:pic>
    </p:spTree>
    <p:extLst>
      <p:ext uri="{BB962C8B-B14F-4D97-AF65-F5344CB8AC3E}">
        <p14:creationId xmlns:p14="http://schemas.microsoft.com/office/powerpoint/2010/main" val="37656789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A2019-B232-91E5-B99B-5493A9E033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DDF817-9488-B696-70CB-9B56C81784E2}"/>
              </a:ext>
            </a:extLst>
          </p:cNvPr>
          <p:cNvSpPr>
            <a:spLocks noGrp="1"/>
          </p:cNvSpPr>
          <p:nvPr>
            <p:ph type="title"/>
          </p:nvPr>
        </p:nvSpPr>
        <p:spPr/>
        <p:txBody>
          <a:bodyPr/>
          <a:lstStyle/>
          <a:p>
            <a:r>
              <a:rPr lang="en-US" dirty="0"/>
              <a:t>Databricks</a:t>
            </a:r>
            <a:endParaRPr lang="en-IN" dirty="0"/>
          </a:p>
        </p:txBody>
      </p:sp>
      <p:sp>
        <p:nvSpPr>
          <p:cNvPr id="4" name="Content Placeholder 3">
            <a:extLst>
              <a:ext uri="{FF2B5EF4-FFF2-40B4-BE49-F238E27FC236}">
                <a16:creationId xmlns:a16="http://schemas.microsoft.com/office/drawing/2014/main" id="{D0F9DFCA-AAAB-37DC-C0CF-9B1AC68CE725}"/>
              </a:ext>
            </a:extLst>
          </p:cNvPr>
          <p:cNvSpPr>
            <a:spLocks noGrp="1"/>
          </p:cNvSpPr>
          <p:nvPr>
            <p:ph idx="30"/>
          </p:nvPr>
        </p:nvSpPr>
        <p:spPr>
          <a:xfrm>
            <a:off x="914400" y="1993392"/>
            <a:ext cx="10552176" cy="4589653"/>
          </a:xfrm>
        </p:spPr>
        <p:txBody>
          <a:bodyPr>
            <a:normAutofit/>
          </a:bodyPr>
          <a:lstStyle/>
          <a:p>
            <a:r>
              <a:rPr lang="en-US" dirty="0"/>
              <a:t>Databricks is a unified data and AI platform, that enables organizations to operate on data, tasks like streaming, analyzing, storing etc, all done on the cloud. Which in turn helps organizations make BI and AI applications and process daily operations.</a:t>
            </a:r>
          </a:p>
          <a:p>
            <a:r>
              <a:rPr lang="en-US" dirty="0"/>
              <a:t>Lakebase – new kind of database, merges the reliability and developer experience of Postgres, with the scale, governance and analytics power of data lakehouse. It allows running transactional workloads, while syncing data to analytical systems, without building custom ETL (Extract, Transform, Load) pipelines. Result is ONE platform where apps, data and models work together in real-time.</a:t>
            </a:r>
          </a:p>
          <a:p>
            <a:r>
              <a:rPr lang="en-US" dirty="0"/>
              <a:t>Data warehouse – a database management system, that stores current and historical data, from multiple sources in a </a:t>
            </a:r>
            <a:r>
              <a:rPr lang="en-US" u="sng" dirty="0"/>
              <a:t>business-friendly manner?</a:t>
            </a:r>
            <a:r>
              <a:rPr lang="en-US" dirty="0"/>
              <a:t>, for easier insights and reporting. Typically used for BI analytics, reporting, preparing data for ML, and data analysis.</a:t>
            </a:r>
            <a:br>
              <a:rPr lang="en-US" dirty="0"/>
            </a:br>
            <a:r>
              <a:rPr lang="en-US" dirty="0"/>
              <a:t>Data warehouses make it possible to quickly and easily analyze data from different operational sources (like sales, marketing, inventory etc). Data may pass through operational stores and cleansing to ensure quality for further processing.</a:t>
            </a:r>
          </a:p>
          <a:p>
            <a:r>
              <a:rPr lang="en-US" dirty="0"/>
              <a:t>AI agents – semi-autonomously/autonomously operating AI agents, that understand complicated goals and accomplish objectives.</a:t>
            </a:r>
          </a:p>
          <a:p>
            <a:endParaRPr lang="en-US" dirty="0"/>
          </a:p>
        </p:txBody>
      </p:sp>
      <p:sp>
        <p:nvSpPr>
          <p:cNvPr id="5" name="Slide Number Placeholder 4">
            <a:extLst>
              <a:ext uri="{FF2B5EF4-FFF2-40B4-BE49-F238E27FC236}">
                <a16:creationId xmlns:a16="http://schemas.microsoft.com/office/drawing/2014/main" id="{B1E9D18D-E9F4-8AE2-BB79-C704E0185068}"/>
              </a:ext>
            </a:extLst>
          </p:cNvPr>
          <p:cNvSpPr>
            <a:spLocks noGrp="1"/>
          </p:cNvSpPr>
          <p:nvPr>
            <p:ph type="sldNum" sz="quarter" idx="29"/>
          </p:nvPr>
        </p:nvSpPr>
        <p:spPr/>
        <p:txBody>
          <a:bodyPr/>
          <a:lstStyle/>
          <a:p>
            <a:fld id="{47FEACEE-25B4-4A2D-B147-27296E36371D}" type="slidenum">
              <a:rPr lang="en-US" altLang="zh-CN" noProof="0" smtClean="0"/>
              <a:pPr/>
              <a:t>11</a:t>
            </a:fld>
            <a:endParaRPr lang="en-US" altLang="zh-CN" noProof="0" dirty="0"/>
          </a:p>
        </p:txBody>
      </p:sp>
    </p:spTree>
    <p:extLst>
      <p:ext uri="{BB962C8B-B14F-4D97-AF65-F5344CB8AC3E}">
        <p14:creationId xmlns:p14="http://schemas.microsoft.com/office/powerpoint/2010/main" val="1351155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09865-3DE0-4E0B-1E20-1A5FED6A48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B9D120-75BC-7F48-AEE1-03DC82F07E1F}"/>
              </a:ext>
            </a:extLst>
          </p:cNvPr>
          <p:cNvSpPr>
            <a:spLocks noGrp="1"/>
          </p:cNvSpPr>
          <p:nvPr>
            <p:ph type="title"/>
          </p:nvPr>
        </p:nvSpPr>
        <p:spPr/>
        <p:txBody>
          <a:bodyPr/>
          <a:lstStyle/>
          <a:p>
            <a:r>
              <a:rPr lang="en-US" dirty="0"/>
              <a:t>Git Basic commands</a:t>
            </a:r>
            <a:endParaRPr lang="en-IN" dirty="0"/>
          </a:p>
        </p:txBody>
      </p:sp>
      <p:sp>
        <p:nvSpPr>
          <p:cNvPr id="4" name="Content Placeholder 3">
            <a:extLst>
              <a:ext uri="{FF2B5EF4-FFF2-40B4-BE49-F238E27FC236}">
                <a16:creationId xmlns:a16="http://schemas.microsoft.com/office/drawing/2014/main" id="{7A2E25E9-6676-C5ED-8BBA-22913FB05050}"/>
              </a:ext>
            </a:extLst>
          </p:cNvPr>
          <p:cNvSpPr>
            <a:spLocks noGrp="1"/>
          </p:cNvSpPr>
          <p:nvPr>
            <p:ph idx="30"/>
          </p:nvPr>
        </p:nvSpPr>
        <p:spPr>
          <a:xfrm>
            <a:off x="914400" y="1911097"/>
            <a:ext cx="10552176" cy="4544568"/>
          </a:xfrm>
        </p:spPr>
        <p:txBody>
          <a:bodyPr>
            <a:normAutofit fontScale="92500" lnSpcReduction="20000"/>
          </a:bodyPr>
          <a:lstStyle/>
          <a:p>
            <a:pPr marL="384048" lvl="1" indent="0">
              <a:buNone/>
            </a:pPr>
            <a:r>
              <a:rPr lang="en-US" dirty="0"/>
              <a:t>Git status</a:t>
            </a:r>
            <a:br>
              <a:rPr lang="en-US" dirty="0"/>
            </a:br>
            <a:br>
              <a:rPr lang="en-US" dirty="0"/>
            </a:br>
            <a:r>
              <a:rPr lang="en-US" dirty="0"/>
              <a:t>Git add &lt;file&gt;</a:t>
            </a:r>
            <a:br>
              <a:rPr lang="en-US" dirty="0"/>
            </a:br>
            <a:br>
              <a:rPr lang="en-US" dirty="0"/>
            </a:br>
            <a:r>
              <a:rPr lang="en-US" dirty="0"/>
              <a:t>Git commit -m &lt;msg&gt;</a:t>
            </a:r>
            <a:br>
              <a:rPr lang="en-US" dirty="0"/>
            </a:br>
            <a:br>
              <a:rPr lang="en-US" dirty="0"/>
            </a:br>
            <a:r>
              <a:rPr lang="en-US" dirty="0"/>
              <a:t>Git push</a:t>
            </a:r>
            <a:br>
              <a:rPr lang="en-US" dirty="0"/>
            </a:br>
            <a:br>
              <a:rPr lang="en-US" dirty="0"/>
            </a:br>
            <a:r>
              <a:rPr lang="en-US" dirty="0"/>
              <a:t>Git pull</a:t>
            </a:r>
            <a:br>
              <a:rPr lang="en-US" dirty="0"/>
            </a:br>
            <a:br>
              <a:rPr lang="en-US" dirty="0"/>
            </a:br>
            <a:r>
              <a:rPr lang="en-US" dirty="0"/>
              <a:t>Git clone &lt;</a:t>
            </a:r>
            <a:r>
              <a:rPr lang="en-US" dirty="0" err="1"/>
              <a:t>url</a:t>
            </a:r>
            <a:r>
              <a:rPr lang="en-US" dirty="0"/>
              <a:t>&gt; (local copy of a remote repo)</a:t>
            </a:r>
            <a:br>
              <a:rPr lang="en-US" dirty="0"/>
            </a:br>
            <a:br>
              <a:rPr lang="en-US" dirty="0"/>
            </a:br>
            <a:r>
              <a:rPr lang="en-US" dirty="0"/>
              <a:t>Git branch (to show all branches)</a:t>
            </a:r>
            <a:br>
              <a:rPr lang="en-US" dirty="0"/>
            </a:br>
            <a:br>
              <a:rPr lang="en-US" dirty="0"/>
            </a:br>
            <a:r>
              <a:rPr lang="en-US" dirty="0"/>
              <a:t>Git merge (merging branches)</a:t>
            </a:r>
            <a:br>
              <a:rPr lang="en-US" dirty="0"/>
            </a:br>
            <a:br>
              <a:rPr lang="en-US" dirty="0"/>
            </a:br>
            <a:r>
              <a:rPr lang="en-US" dirty="0"/>
              <a:t>Git checkout -b &lt;</a:t>
            </a:r>
            <a:r>
              <a:rPr lang="en-US" dirty="0" err="1"/>
              <a:t>branchname</a:t>
            </a:r>
            <a:r>
              <a:rPr lang="en-US" dirty="0"/>
              <a:t>&gt; (creates branch)</a:t>
            </a:r>
            <a:br>
              <a:rPr lang="en-US" dirty="0"/>
            </a:br>
            <a:br>
              <a:rPr lang="en-US" dirty="0"/>
            </a:br>
            <a:r>
              <a:rPr lang="en-US" dirty="0"/>
              <a:t>Git switch &lt;</a:t>
            </a:r>
            <a:r>
              <a:rPr lang="en-US" dirty="0" err="1"/>
              <a:t>branchname</a:t>
            </a:r>
            <a:r>
              <a:rPr lang="en-US" dirty="0"/>
              <a:t>&gt; </a:t>
            </a:r>
            <a:br>
              <a:rPr lang="en-US" dirty="0"/>
            </a:br>
            <a:br>
              <a:rPr lang="en-US" dirty="0"/>
            </a:br>
            <a:r>
              <a:rPr lang="en-US" dirty="0"/>
              <a:t>Git remote add origin &lt;URL&gt; (adds origin for pushing the changes towards)</a:t>
            </a:r>
            <a:br>
              <a:rPr lang="en-US" dirty="0"/>
            </a:br>
            <a:br>
              <a:rPr lang="en-US" dirty="0"/>
            </a:br>
            <a:r>
              <a:rPr lang="en-US" dirty="0"/>
              <a:t>Git push -u origin main (pushes main branch to origin)</a:t>
            </a:r>
          </a:p>
          <a:p>
            <a:pPr lvl="1"/>
            <a:endParaRPr lang="en-US" dirty="0"/>
          </a:p>
        </p:txBody>
      </p:sp>
      <p:sp>
        <p:nvSpPr>
          <p:cNvPr id="5" name="Slide Number Placeholder 4">
            <a:extLst>
              <a:ext uri="{FF2B5EF4-FFF2-40B4-BE49-F238E27FC236}">
                <a16:creationId xmlns:a16="http://schemas.microsoft.com/office/drawing/2014/main" id="{0EE86A64-4706-7D2F-1053-522C15C43028}"/>
              </a:ext>
            </a:extLst>
          </p:cNvPr>
          <p:cNvSpPr>
            <a:spLocks noGrp="1"/>
          </p:cNvSpPr>
          <p:nvPr>
            <p:ph type="sldNum" sz="quarter" idx="29"/>
          </p:nvPr>
        </p:nvSpPr>
        <p:spPr/>
        <p:txBody>
          <a:bodyPr/>
          <a:lstStyle/>
          <a:p>
            <a:fld id="{47FEACEE-25B4-4A2D-B147-27296E36371D}" type="slidenum">
              <a:rPr lang="en-US" altLang="zh-CN" noProof="0" smtClean="0"/>
              <a:pPr/>
              <a:t>12</a:t>
            </a:fld>
            <a:endParaRPr lang="en-US" altLang="zh-CN" noProof="0" dirty="0"/>
          </a:p>
        </p:txBody>
      </p:sp>
    </p:spTree>
    <p:extLst>
      <p:ext uri="{BB962C8B-B14F-4D97-AF65-F5344CB8AC3E}">
        <p14:creationId xmlns:p14="http://schemas.microsoft.com/office/powerpoint/2010/main" val="2263411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FCA92A1-C7FB-8B46-9C7D-9FB0CDAEA4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5DB0BA-6762-7875-2565-420110A56F94}"/>
              </a:ext>
            </a:extLst>
          </p:cNvPr>
          <p:cNvSpPr>
            <a:spLocks noGrp="1"/>
          </p:cNvSpPr>
          <p:nvPr>
            <p:ph type="title"/>
          </p:nvPr>
        </p:nvSpPr>
        <p:spPr/>
        <p:txBody>
          <a:bodyPr/>
          <a:lstStyle/>
          <a:p>
            <a:r>
              <a:rPr lang="en-US" dirty="0"/>
              <a:t>title</a:t>
            </a:r>
            <a:endParaRPr lang="en-IN" dirty="0"/>
          </a:p>
        </p:txBody>
      </p:sp>
      <p:sp>
        <p:nvSpPr>
          <p:cNvPr id="3" name="Content Placeholder 2">
            <a:extLst>
              <a:ext uri="{FF2B5EF4-FFF2-40B4-BE49-F238E27FC236}">
                <a16:creationId xmlns:a16="http://schemas.microsoft.com/office/drawing/2014/main" id="{10B8254C-9F33-AB03-2DFD-E81AB4F4C7EC}"/>
              </a:ext>
            </a:extLst>
          </p:cNvPr>
          <p:cNvSpPr>
            <a:spLocks noGrp="1"/>
          </p:cNvSpPr>
          <p:nvPr>
            <p:ph idx="1"/>
          </p:nvPr>
        </p:nvSpPr>
        <p:spPr/>
        <p:txBody>
          <a:bodyPr/>
          <a:lstStyle/>
          <a:p>
            <a:endParaRPr lang="en-IN" dirty="0"/>
          </a:p>
        </p:txBody>
      </p:sp>
      <p:sp>
        <p:nvSpPr>
          <p:cNvPr id="4" name="Content Placeholder 3">
            <a:extLst>
              <a:ext uri="{FF2B5EF4-FFF2-40B4-BE49-F238E27FC236}">
                <a16:creationId xmlns:a16="http://schemas.microsoft.com/office/drawing/2014/main" id="{A1D040C5-6F3B-68C0-E059-95CC52520D52}"/>
              </a:ext>
            </a:extLst>
          </p:cNvPr>
          <p:cNvSpPr>
            <a:spLocks noGrp="1"/>
          </p:cNvSpPr>
          <p:nvPr>
            <p:ph idx="30"/>
          </p:nvPr>
        </p:nvSpPr>
        <p:spPr>
          <a:xfrm>
            <a:off x="914400" y="2743199"/>
            <a:ext cx="10552176" cy="3264409"/>
          </a:xfrm>
        </p:spPr>
        <p:txBody>
          <a:bodyPr>
            <a:normAutofit/>
          </a:bodyPr>
          <a:lstStyle/>
          <a:p>
            <a:r>
              <a:rPr lang="en-US" dirty="0"/>
              <a:t>Blank</a:t>
            </a:r>
          </a:p>
          <a:p>
            <a:endParaRPr lang="en-US" dirty="0"/>
          </a:p>
        </p:txBody>
      </p:sp>
      <p:sp>
        <p:nvSpPr>
          <p:cNvPr id="5" name="Slide Number Placeholder 4">
            <a:extLst>
              <a:ext uri="{FF2B5EF4-FFF2-40B4-BE49-F238E27FC236}">
                <a16:creationId xmlns:a16="http://schemas.microsoft.com/office/drawing/2014/main" id="{5FD6C3D3-3F34-73D0-BC06-C32BCE2862FF}"/>
              </a:ext>
            </a:extLst>
          </p:cNvPr>
          <p:cNvSpPr>
            <a:spLocks noGrp="1"/>
          </p:cNvSpPr>
          <p:nvPr>
            <p:ph type="sldNum" sz="quarter" idx="29"/>
          </p:nvPr>
        </p:nvSpPr>
        <p:spPr/>
        <p:txBody>
          <a:bodyPr/>
          <a:lstStyle/>
          <a:p>
            <a:fld id="{47FEACEE-25B4-4A2D-B147-27296E36371D}" type="slidenum">
              <a:rPr lang="en-US" altLang="zh-CN" noProof="0" smtClean="0"/>
              <a:pPr/>
              <a:t>13</a:t>
            </a:fld>
            <a:endParaRPr lang="en-US" altLang="zh-CN" noProof="0" dirty="0"/>
          </a:p>
        </p:txBody>
      </p:sp>
    </p:spTree>
    <p:extLst>
      <p:ext uri="{BB962C8B-B14F-4D97-AF65-F5344CB8AC3E}">
        <p14:creationId xmlns:p14="http://schemas.microsoft.com/office/powerpoint/2010/main" val="1686517682"/>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B0009351-EDD4-484E-ACD6-D50CCB137637}">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dark</Template>
  <TotalTime>1821</TotalTime>
  <Words>1290</Words>
  <Application>Microsoft Office PowerPoint</Application>
  <PresentationFormat>Widescreen</PresentationFormat>
  <Paragraphs>72</Paragraphs>
  <Slides>13</Slides>
  <Notes>1</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等线</vt:lpstr>
      <vt:lpstr>Abadi</vt:lpstr>
      <vt:lpstr>Arial</vt:lpstr>
      <vt:lpstr>Calibri</vt:lpstr>
      <vt:lpstr>Posterama</vt:lpstr>
      <vt:lpstr>Posterama Text SemiBold</vt:lpstr>
      <vt:lpstr>Custom</vt:lpstr>
      <vt:lpstr>Cloud Computing, AWS and Databricks </vt:lpstr>
      <vt:lpstr>Agenda</vt:lpstr>
      <vt:lpstr>Cloud Computing</vt:lpstr>
      <vt:lpstr>On-premise VS Cloud computing</vt:lpstr>
      <vt:lpstr>IaaS, PaaS, SaaS</vt:lpstr>
      <vt:lpstr>Developer Tools – Interaction with AWS</vt:lpstr>
      <vt:lpstr>AWS Cloud Development Kit (CDK) and CloudFormation</vt:lpstr>
      <vt:lpstr>Analytics on AWS</vt:lpstr>
      <vt:lpstr>Analytics on AWS (cont.)</vt:lpstr>
      <vt:lpstr>title</vt:lpstr>
      <vt:lpstr>Databricks</vt:lpstr>
      <vt:lpstr>Git Basic commands</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Chirag Gautam</dc:creator>
  <cp:lastModifiedBy>Chirag Gautam</cp:lastModifiedBy>
  <cp:revision>1</cp:revision>
  <dcterms:created xsi:type="dcterms:W3CDTF">2026-05-28T06:40:30Z</dcterms:created>
  <dcterms:modified xsi:type="dcterms:W3CDTF">2026-05-29T13:01:33Z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