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8" r:id="rId2"/>
    <p:sldId id="275" r:id="rId3"/>
    <p:sldId id="288" r:id="rId4"/>
    <p:sldId id="292" r:id="rId5"/>
    <p:sldId id="293" r:id="rId6"/>
    <p:sldId id="294" r:id="rId7"/>
    <p:sldId id="295" r:id="rId8"/>
    <p:sldId id="271" r:id="rId9"/>
    <p:sldId id="272" r:id="rId10"/>
    <p:sldId id="286" r:id="rId11"/>
    <p:sldId id="287" r:id="rId12"/>
    <p:sldId id="289" r:id="rId13"/>
    <p:sldId id="290" r:id="rId14"/>
    <p:sldId id="29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9233B9-BB8E-4B56-BB21-4ABFC3952484}" v="11" dt="2026-06-10T07:13:07.5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60"/>
  </p:normalViewPr>
  <p:slideViewPr>
    <p:cSldViewPr snapToGrid="0">
      <p:cViewPr varScale="1">
        <p:scale>
          <a:sx n="70" d="100"/>
          <a:sy n="70" d="100"/>
        </p:scale>
        <p:origin x="5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rag Gautam" userId="51db075b-0891-458b-a6d3-21cc9bab1487" providerId="ADAL" clId="{EA82D039-91D0-4408-8552-4571B8BC4B33}"/>
    <pc:docChg chg="undo redo custSel addSld modSld sldOrd">
      <pc:chgData name="Chirag Gautam" userId="51db075b-0891-458b-a6d3-21cc9bab1487" providerId="ADAL" clId="{EA82D039-91D0-4408-8552-4571B8BC4B33}" dt="2026-06-10T11:42:09.416" v="3665" actId="20577"/>
      <pc:docMkLst>
        <pc:docMk/>
      </pc:docMkLst>
      <pc:sldChg chg="modSp mod">
        <pc:chgData name="Chirag Gautam" userId="51db075b-0891-458b-a6d3-21cc9bab1487" providerId="ADAL" clId="{EA82D039-91D0-4408-8552-4571B8BC4B33}" dt="2026-06-10T06:46:12.166" v="137" actId="20577"/>
        <pc:sldMkLst>
          <pc:docMk/>
          <pc:sldMk cId="3112642973" sldId="258"/>
        </pc:sldMkLst>
        <pc:spChg chg="mod">
          <ac:chgData name="Chirag Gautam" userId="51db075b-0891-458b-a6d3-21cc9bab1487" providerId="ADAL" clId="{EA82D039-91D0-4408-8552-4571B8BC4B33}" dt="2026-06-10T06:26:10.970" v="33" actId="20577"/>
          <ac:spMkLst>
            <pc:docMk/>
            <pc:sldMk cId="3112642973" sldId="258"/>
            <ac:spMk id="2" creationId="{D3284351-6F06-8040-B89E-3139125C20CB}"/>
          </ac:spMkLst>
        </pc:spChg>
        <pc:spChg chg="mod">
          <ac:chgData name="Chirag Gautam" userId="51db075b-0891-458b-a6d3-21cc9bab1487" providerId="ADAL" clId="{EA82D039-91D0-4408-8552-4571B8BC4B33}" dt="2026-06-10T06:46:12.166" v="137" actId="20577"/>
          <ac:spMkLst>
            <pc:docMk/>
            <pc:sldMk cId="3112642973" sldId="258"/>
            <ac:spMk id="3" creationId="{C1CBCABF-4268-0563-17FD-E03F41B0C730}"/>
          </ac:spMkLst>
        </pc:spChg>
      </pc:sldChg>
      <pc:sldChg chg="addSp delSp modSp mod">
        <pc:chgData name="Chirag Gautam" userId="51db075b-0891-458b-a6d3-21cc9bab1487" providerId="ADAL" clId="{EA82D039-91D0-4408-8552-4571B8BC4B33}" dt="2026-06-10T07:12:37.260" v="856" actId="478"/>
        <pc:sldMkLst>
          <pc:docMk/>
          <pc:sldMk cId="1335128401" sldId="271"/>
        </pc:sldMkLst>
        <pc:spChg chg="del">
          <ac:chgData name="Chirag Gautam" userId="51db075b-0891-458b-a6d3-21cc9bab1487" providerId="ADAL" clId="{EA82D039-91D0-4408-8552-4571B8BC4B33}" dt="2026-06-10T06:53:11.670" v="287" actId="478"/>
          <ac:spMkLst>
            <pc:docMk/>
            <pc:sldMk cId="1335128401" sldId="271"/>
            <ac:spMk id="3" creationId="{899D464E-D6CD-B0F3-97B5-9511FF501F6A}"/>
          </ac:spMkLst>
        </pc:spChg>
        <pc:spChg chg="mod">
          <ac:chgData name="Chirag Gautam" userId="51db075b-0891-458b-a6d3-21cc9bab1487" providerId="ADAL" clId="{EA82D039-91D0-4408-8552-4571B8BC4B33}" dt="2026-06-10T06:49:02.899" v="153" actId="20577"/>
          <ac:spMkLst>
            <pc:docMk/>
            <pc:sldMk cId="1335128401" sldId="271"/>
            <ac:spMk id="4" creationId="{B5EF8432-9F23-8D3B-1AF4-848DE3E53CEC}"/>
          </ac:spMkLst>
        </pc:spChg>
        <pc:spChg chg="add del mod">
          <ac:chgData name="Chirag Gautam" userId="51db075b-0891-458b-a6d3-21cc9bab1487" providerId="ADAL" clId="{EA82D039-91D0-4408-8552-4571B8BC4B33}" dt="2026-06-10T07:12:37.260" v="856" actId="478"/>
          <ac:spMkLst>
            <pc:docMk/>
            <pc:sldMk cId="1335128401" sldId="271"/>
            <ac:spMk id="6" creationId="{2949F95A-B1D9-29B2-0F4D-F5C200A4D5A9}"/>
          </ac:spMkLst>
        </pc:spChg>
      </pc:sldChg>
      <pc:sldChg chg="delSp modSp mod">
        <pc:chgData name="Chirag Gautam" userId="51db075b-0891-458b-a6d3-21cc9bab1487" providerId="ADAL" clId="{EA82D039-91D0-4408-8552-4571B8BC4B33}" dt="2026-06-10T06:53:08.701" v="286" actId="478"/>
        <pc:sldMkLst>
          <pc:docMk/>
          <pc:sldMk cId="2120931296" sldId="272"/>
        </pc:sldMkLst>
        <pc:spChg chg="del">
          <ac:chgData name="Chirag Gautam" userId="51db075b-0891-458b-a6d3-21cc9bab1487" providerId="ADAL" clId="{EA82D039-91D0-4408-8552-4571B8BC4B33}" dt="2026-06-10T06:53:08.701" v="286" actId="478"/>
          <ac:spMkLst>
            <pc:docMk/>
            <pc:sldMk cId="2120931296" sldId="272"/>
            <ac:spMk id="3" creationId="{B5C5FFAE-1C53-52FF-8717-625B9E83326F}"/>
          </ac:spMkLst>
        </pc:spChg>
        <pc:spChg chg="mod">
          <ac:chgData name="Chirag Gautam" userId="51db075b-0891-458b-a6d3-21cc9bab1487" providerId="ADAL" clId="{EA82D039-91D0-4408-8552-4571B8BC4B33}" dt="2026-06-10T06:50:26.155" v="227" actId="20577"/>
          <ac:spMkLst>
            <pc:docMk/>
            <pc:sldMk cId="2120931296" sldId="272"/>
            <ac:spMk id="4" creationId="{506E1E72-DBEB-DE1A-1B2A-15FA2AF74C2C}"/>
          </ac:spMkLst>
        </pc:spChg>
      </pc:sldChg>
      <pc:sldChg chg="modSp mod ord">
        <pc:chgData name="Chirag Gautam" userId="51db075b-0891-458b-a6d3-21cc9bab1487" providerId="ADAL" clId="{EA82D039-91D0-4408-8552-4571B8BC4B33}" dt="2026-06-10T07:26:58.753" v="1333" actId="20577"/>
        <pc:sldMkLst>
          <pc:docMk/>
          <pc:sldMk cId="1278668041" sldId="275"/>
        </pc:sldMkLst>
        <pc:spChg chg="mod">
          <ac:chgData name="Chirag Gautam" userId="51db075b-0891-458b-a6d3-21cc9bab1487" providerId="ADAL" clId="{EA82D039-91D0-4408-8552-4571B8BC4B33}" dt="2026-06-10T07:01:53.456" v="504" actId="14100"/>
          <ac:spMkLst>
            <pc:docMk/>
            <pc:sldMk cId="1278668041" sldId="275"/>
            <ac:spMk id="2" creationId="{D14EA319-5795-D64E-4123-B40014D8335B}"/>
          </ac:spMkLst>
        </pc:spChg>
        <pc:spChg chg="mod">
          <ac:chgData name="Chirag Gautam" userId="51db075b-0891-458b-a6d3-21cc9bab1487" providerId="ADAL" clId="{EA82D039-91D0-4408-8552-4571B8BC4B33}" dt="2026-06-10T07:01:53.456" v="504" actId="14100"/>
          <ac:spMkLst>
            <pc:docMk/>
            <pc:sldMk cId="1278668041" sldId="275"/>
            <ac:spMk id="3" creationId="{BFCD268E-CB24-9145-00CC-FD8ECCCAA408}"/>
          </ac:spMkLst>
        </pc:spChg>
        <pc:spChg chg="mod">
          <ac:chgData name="Chirag Gautam" userId="51db075b-0891-458b-a6d3-21cc9bab1487" providerId="ADAL" clId="{EA82D039-91D0-4408-8552-4571B8BC4B33}" dt="2026-06-10T07:26:58.753" v="1333" actId="20577"/>
          <ac:spMkLst>
            <pc:docMk/>
            <pc:sldMk cId="1278668041" sldId="275"/>
            <ac:spMk id="4" creationId="{3254B2C6-0E58-4788-BC85-1BA7233E9334}"/>
          </ac:spMkLst>
        </pc:spChg>
        <pc:spChg chg="mod">
          <ac:chgData name="Chirag Gautam" userId="51db075b-0891-458b-a6d3-21cc9bab1487" providerId="ADAL" clId="{EA82D039-91D0-4408-8552-4571B8BC4B33}" dt="2026-06-10T07:01:53.456" v="504" actId="14100"/>
          <ac:spMkLst>
            <pc:docMk/>
            <pc:sldMk cId="1278668041" sldId="275"/>
            <ac:spMk id="5" creationId="{4448B5D3-5680-713D-62DA-0593199763FA}"/>
          </ac:spMkLst>
        </pc:spChg>
      </pc:sldChg>
      <pc:sldChg chg="delSp modSp mod">
        <pc:chgData name="Chirag Gautam" userId="51db075b-0891-458b-a6d3-21cc9bab1487" providerId="ADAL" clId="{EA82D039-91D0-4408-8552-4571B8BC4B33}" dt="2026-06-10T06:53:05.708" v="285" actId="478"/>
        <pc:sldMkLst>
          <pc:docMk/>
          <pc:sldMk cId="448754295" sldId="286"/>
        </pc:sldMkLst>
        <pc:spChg chg="del">
          <ac:chgData name="Chirag Gautam" userId="51db075b-0891-458b-a6d3-21cc9bab1487" providerId="ADAL" clId="{EA82D039-91D0-4408-8552-4571B8BC4B33}" dt="2026-06-10T06:53:05.708" v="285" actId="478"/>
          <ac:spMkLst>
            <pc:docMk/>
            <pc:sldMk cId="448754295" sldId="286"/>
            <ac:spMk id="3" creationId="{C4A7C83D-D012-37E9-1200-ECED7839A680}"/>
          </ac:spMkLst>
        </pc:spChg>
        <pc:spChg chg="mod">
          <ac:chgData name="Chirag Gautam" userId="51db075b-0891-458b-a6d3-21cc9bab1487" providerId="ADAL" clId="{EA82D039-91D0-4408-8552-4571B8BC4B33}" dt="2026-06-10T06:51:33.188" v="241" actId="20577"/>
          <ac:spMkLst>
            <pc:docMk/>
            <pc:sldMk cId="448754295" sldId="286"/>
            <ac:spMk id="4" creationId="{3B5E4827-EC40-32E7-52D1-D736AF139551}"/>
          </ac:spMkLst>
        </pc:spChg>
      </pc:sldChg>
      <pc:sldChg chg="delSp modSp mod">
        <pc:chgData name="Chirag Gautam" userId="51db075b-0891-458b-a6d3-21cc9bab1487" providerId="ADAL" clId="{EA82D039-91D0-4408-8552-4571B8BC4B33}" dt="2026-06-10T06:53:02.452" v="284" actId="478"/>
        <pc:sldMkLst>
          <pc:docMk/>
          <pc:sldMk cId="1329656730" sldId="287"/>
        </pc:sldMkLst>
        <pc:spChg chg="del">
          <ac:chgData name="Chirag Gautam" userId="51db075b-0891-458b-a6d3-21cc9bab1487" providerId="ADAL" clId="{EA82D039-91D0-4408-8552-4571B8BC4B33}" dt="2026-06-10T06:53:02.452" v="284" actId="478"/>
          <ac:spMkLst>
            <pc:docMk/>
            <pc:sldMk cId="1329656730" sldId="287"/>
            <ac:spMk id="3" creationId="{2C13907C-82CC-2E1B-BC11-BEB2CC97812C}"/>
          </ac:spMkLst>
        </pc:spChg>
        <pc:spChg chg="mod">
          <ac:chgData name="Chirag Gautam" userId="51db075b-0891-458b-a6d3-21cc9bab1487" providerId="ADAL" clId="{EA82D039-91D0-4408-8552-4571B8BC4B33}" dt="2026-06-10T06:52:55.147" v="283" actId="20577"/>
          <ac:spMkLst>
            <pc:docMk/>
            <pc:sldMk cId="1329656730" sldId="287"/>
            <ac:spMk id="4" creationId="{1F24F3DC-1F61-862D-E4AF-FC1E36A425C0}"/>
          </ac:spMkLst>
        </pc:spChg>
      </pc:sldChg>
      <pc:sldChg chg="modSp add mod ord">
        <pc:chgData name="Chirag Gautam" userId="51db075b-0891-458b-a6d3-21cc9bab1487" providerId="ADAL" clId="{EA82D039-91D0-4408-8552-4571B8BC4B33}" dt="2026-06-10T11:42:09.416" v="3665" actId="20577"/>
        <pc:sldMkLst>
          <pc:docMk/>
          <pc:sldMk cId="4273208087" sldId="288"/>
        </pc:sldMkLst>
        <pc:spChg chg="mod">
          <ac:chgData name="Chirag Gautam" userId="51db075b-0891-458b-a6d3-21cc9bab1487" providerId="ADAL" clId="{EA82D039-91D0-4408-8552-4571B8BC4B33}" dt="2026-06-10T07:46:49.937" v="1353" actId="20577"/>
          <ac:spMkLst>
            <pc:docMk/>
            <pc:sldMk cId="4273208087" sldId="288"/>
            <ac:spMk id="2" creationId="{DF64FA73-5FB0-E3DC-40C3-580C7A4DBD41}"/>
          </ac:spMkLst>
        </pc:spChg>
        <pc:spChg chg="mod">
          <ac:chgData name="Chirag Gautam" userId="51db075b-0891-458b-a6d3-21cc9bab1487" providerId="ADAL" clId="{EA82D039-91D0-4408-8552-4571B8BC4B33}" dt="2026-06-10T11:42:09.416" v="3665" actId="20577"/>
          <ac:spMkLst>
            <pc:docMk/>
            <pc:sldMk cId="4273208087" sldId="288"/>
            <ac:spMk id="4" creationId="{87167CAE-BC43-763F-8FBB-C90476C64B5B}"/>
          </ac:spMkLst>
        </pc:spChg>
      </pc:sldChg>
      <pc:sldChg chg="add">
        <pc:chgData name="Chirag Gautam" userId="51db075b-0891-458b-a6d3-21cc9bab1487" providerId="ADAL" clId="{EA82D039-91D0-4408-8552-4571B8BC4B33}" dt="2026-06-10T06:26:01.314" v="1"/>
        <pc:sldMkLst>
          <pc:docMk/>
          <pc:sldMk cId="2737292745" sldId="289"/>
        </pc:sldMkLst>
      </pc:sldChg>
      <pc:sldChg chg="add">
        <pc:chgData name="Chirag Gautam" userId="51db075b-0891-458b-a6d3-21cc9bab1487" providerId="ADAL" clId="{EA82D039-91D0-4408-8552-4571B8BC4B33}" dt="2026-06-10T06:26:01.535" v="2"/>
        <pc:sldMkLst>
          <pc:docMk/>
          <pc:sldMk cId="1228793565" sldId="290"/>
        </pc:sldMkLst>
      </pc:sldChg>
      <pc:sldChg chg="add">
        <pc:chgData name="Chirag Gautam" userId="51db075b-0891-458b-a6d3-21cc9bab1487" providerId="ADAL" clId="{EA82D039-91D0-4408-8552-4571B8BC4B33}" dt="2026-06-10T06:26:02.046" v="3"/>
        <pc:sldMkLst>
          <pc:docMk/>
          <pc:sldMk cId="1516286604" sldId="291"/>
        </pc:sldMkLst>
      </pc:sldChg>
      <pc:sldChg chg="delSp modSp add mod modShow">
        <pc:chgData name="Chirag Gautam" userId="51db075b-0891-458b-a6d3-21cc9bab1487" providerId="ADAL" clId="{EA82D039-91D0-4408-8552-4571B8BC4B33}" dt="2026-06-10T11:38:07.926" v="3159" actId="729"/>
        <pc:sldMkLst>
          <pc:docMk/>
          <pc:sldMk cId="2249956820" sldId="292"/>
        </pc:sldMkLst>
        <pc:spChg chg="mod">
          <ac:chgData name="Chirag Gautam" userId="51db075b-0891-458b-a6d3-21cc9bab1487" providerId="ADAL" clId="{EA82D039-91D0-4408-8552-4571B8BC4B33}" dt="2026-06-10T07:11:57.327" v="854" actId="20577"/>
          <ac:spMkLst>
            <pc:docMk/>
            <pc:sldMk cId="2249956820" sldId="292"/>
            <ac:spMk id="2" creationId="{A1720297-530B-9652-F405-97D430EF1F23}"/>
          </ac:spMkLst>
        </pc:spChg>
        <pc:spChg chg="del">
          <ac:chgData name="Chirag Gautam" userId="51db075b-0891-458b-a6d3-21cc9bab1487" providerId="ADAL" clId="{EA82D039-91D0-4408-8552-4571B8BC4B33}" dt="2026-06-10T07:12:46.456" v="857" actId="478"/>
          <ac:spMkLst>
            <pc:docMk/>
            <pc:sldMk cId="2249956820" sldId="292"/>
            <ac:spMk id="3" creationId="{3BDE4F49-8EE8-31CF-33D4-ABADF4DB2F25}"/>
          </ac:spMkLst>
        </pc:spChg>
        <pc:spChg chg="mod">
          <ac:chgData name="Chirag Gautam" userId="51db075b-0891-458b-a6d3-21cc9bab1487" providerId="ADAL" clId="{EA82D039-91D0-4408-8552-4571B8BC4B33}" dt="2026-06-10T07:34:18.046" v="1337" actId="20577"/>
          <ac:spMkLst>
            <pc:docMk/>
            <pc:sldMk cId="2249956820" sldId="292"/>
            <ac:spMk id="4" creationId="{A8EA6676-E64F-330D-4295-5650EFD0A3AE}"/>
          </ac:spMkLst>
        </pc:spChg>
      </pc:sldChg>
      <pc:sldChg chg="addSp delSp modSp add mod">
        <pc:chgData name="Chirag Gautam" userId="51db075b-0891-458b-a6d3-21cc9bab1487" providerId="ADAL" clId="{EA82D039-91D0-4408-8552-4571B8BC4B33}" dt="2026-06-10T10:46:10.139" v="3158" actId="20577"/>
        <pc:sldMkLst>
          <pc:docMk/>
          <pc:sldMk cId="3832589471" sldId="293"/>
        </pc:sldMkLst>
        <pc:spChg chg="mod">
          <ac:chgData name="Chirag Gautam" userId="51db075b-0891-458b-a6d3-21cc9bab1487" providerId="ADAL" clId="{EA82D039-91D0-4408-8552-4571B8BC4B33}" dt="2026-06-10T10:38:21.955" v="1753" actId="20577"/>
          <ac:spMkLst>
            <pc:docMk/>
            <pc:sldMk cId="3832589471" sldId="293"/>
            <ac:spMk id="2" creationId="{30BDDE39-C6E8-BA1F-9A95-CA4195376E11}"/>
          </ac:spMkLst>
        </pc:spChg>
        <pc:spChg chg="del">
          <ac:chgData name="Chirag Gautam" userId="51db075b-0891-458b-a6d3-21cc9bab1487" providerId="ADAL" clId="{EA82D039-91D0-4408-8552-4571B8BC4B33}" dt="2026-06-10T07:12:51.275" v="858" actId="478"/>
          <ac:spMkLst>
            <pc:docMk/>
            <pc:sldMk cId="3832589471" sldId="293"/>
            <ac:spMk id="3" creationId="{0A93E3D4-D973-9E4E-F5C2-C09E2B994DB2}"/>
          </ac:spMkLst>
        </pc:spChg>
        <pc:spChg chg="mod">
          <ac:chgData name="Chirag Gautam" userId="51db075b-0891-458b-a6d3-21cc9bab1487" providerId="ADAL" clId="{EA82D039-91D0-4408-8552-4571B8BC4B33}" dt="2026-06-10T10:46:10.139" v="3158" actId="20577"/>
          <ac:spMkLst>
            <pc:docMk/>
            <pc:sldMk cId="3832589471" sldId="293"/>
            <ac:spMk id="4" creationId="{BD6E757E-D4C7-6FB3-EB18-8BD2263914DA}"/>
          </ac:spMkLst>
        </pc:spChg>
        <pc:spChg chg="add mod">
          <ac:chgData name="Chirag Gautam" userId="51db075b-0891-458b-a6d3-21cc9bab1487" providerId="ADAL" clId="{EA82D039-91D0-4408-8552-4571B8BC4B33}" dt="2026-06-10T07:13:03.699" v="880"/>
          <ac:spMkLst>
            <pc:docMk/>
            <pc:sldMk cId="3832589471" sldId="293"/>
            <ac:spMk id="6" creationId="{6CD937C6-FFC9-770D-EB13-7F5D93F6C7F1}"/>
          </ac:spMkLst>
        </pc:spChg>
      </pc:sldChg>
      <pc:sldChg chg="add">
        <pc:chgData name="Chirag Gautam" userId="51db075b-0891-458b-a6d3-21cc9bab1487" providerId="ADAL" clId="{EA82D039-91D0-4408-8552-4571B8BC4B33}" dt="2026-06-10T07:13:06.409" v="881"/>
        <pc:sldMkLst>
          <pc:docMk/>
          <pc:sldMk cId="2827878929" sldId="294"/>
        </pc:sldMkLst>
      </pc:sldChg>
      <pc:sldChg chg="add">
        <pc:chgData name="Chirag Gautam" userId="51db075b-0891-458b-a6d3-21cc9bab1487" providerId="ADAL" clId="{EA82D039-91D0-4408-8552-4571B8BC4B33}" dt="2026-06-10T07:13:07.535" v="882"/>
        <pc:sldMkLst>
          <pc:docMk/>
          <pc:sldMk cId="208718825" sldId="295"/>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152530348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badi"/>
              <a:ea typeface="+mn-ea"/>
              <a:cs typeface="+mn-cs"/>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badi"/>
              <a:ea typeface="+mn-ea"/>
              <a:cs typeface="+mn-cs"/>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badi"/>
              <a:ea typeface="+mn-ea"/>
              <a:cs typeface="+mn-cs"/>
            </a:endParaRP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33457376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3127110343"/>
      </p:ext>
    </p:extLst>
  </p:cSld>
  <p:clrMap bg1="lt1" tx1="dk1" bg2="lt2" tx2="dk2" accent1="accent1" accent2="accent2" accent3="accent3" accent4="accent4" accent5="accent5" accent6="accent6" hlink="hlink" folHlink="folHlink"/>
  <p:sldLayoutIdLst>
    <p:sldLayoutId id="2147483662" r:id="rId1"/>
    <p:sldLayoutId id="2147483663" r:id="rId2"/>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p15:clr>
            <a:srgbClr val="F26B43"/>
          </p15:clr>
        </p15:guide>
        <p15:guide id="2" pos="3840">
          <p15:clr>
            <a:srgbClr val="F26B43"/>
          </p15:clr>
        </p15:guide>
        <p15:guide id="3" pos="5640">
          <p15:clr>
            <a:srgbClr val="F26B43"/>
          </p15:clr>
        </p15:guide>
        <p15:guide id="4" pos="1656">
          <p15:clr>
            <a:srgbClr val="F26B43"/>
          </p15:clr>
        </p15:guide>
        <p15:guide id="5" pos="52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4351-6F06-8040-B89E-3139125C20CB}"/>
              </a:ext>
            </a:extLst>
          </p:cNvPr>
          <p:cNvSpPr>
            <a:spLocks noGrp="1"/>
          </p:cNvSpPr>
          <p:nvPr>
            <p:ph type="title"/>
          </p:nvPr>
        </p:nvSpPr>
        <p:spPr>
          <a:xfrm>
            <a:off x="1144292" y="1517904"/>
            <a:ext cx="5029200" cy="3291840"/>
          </a:xfrm>
        </p:spPr>
        <p:txBody>
          <a:bodyPr>
            <a:normAutofit/>
          </a:bodyPr>
          <a:lstStyle/>
          <a:p>
            <a:r>
              <a:rPr lang="en-US" dirty="0"/>
              <a:t>AI Token Cost Optimization</a:t>
            </a:r>
            <a:br>
              <a:rPr lang="en-US" dirty="0"/>
            </a:br>
            <a:endParaRPr lang="en-IN" dirty="0"/>
          </a:p>
        </p:txBody>
      </p:sp>
      <p:sp>
        <p:nvSpPr>
          <p:cNvPr id="3" name="Text Placeholder 2">
            <a:extLst>
              <a:ext uri="{FF2B5EF4-FFF2-40B4-BE49-F238E27FC236}">
                <a16:creationId xmlns:a16="http://schemas.microsoft.com/office/drawing/2014/main" id="{C1CBCABF-4268-0563-17FD-E03F41B0C730}"/>
              </a:ext>
            </a:extLst>
          </p:cNvPr>
          <p:cNvSpPr>
            <a:spLocks noGrp="1"/>
          </p:cNvSpPr>
          <p:nvPr>
            <p:ph type="body" sz="quarter" idx="28"/>
          </p:nvPr>
        </p:nvSpPr>
        <p:spPr>
          <a:xfrm>
            <a:off x="1260894" y="4172084"/>
            <a:ext cx="4326090" cy="914400"/>
          </a:xfrm>
        </p:spPr>
        <p:txBody>
          <a:bodyPr/>
          <a:lstStyle/>
          <a:p>
            <a:r>
              <a:rPr lang="en-US" dirty="0"/>
              <a:t>Using AI in a way that minimizes cost while providing on-par results.</a:t>
            </a:r>
            <a:endParaRPr lang="en-IN" dirty="0"/>
          </a:p>
        </p:txBody>
      </p:sp>
      <p:sp>
        <p:nvSpPr>
          <p:cNvPr id="4" name="Picture Placeholder 3">
            <a:extLst>
              <a:ext uri="{FF2B5EF4-FFF2-40B4-BE49-F238E27FC236}">
                <a16:creationId xmlns:a16="http://schemas.microsoft.com/office/drawing/2014/main" id="{E30EBCE0-8526-16CB-F7BE-2D500115D34B}"/>
              </a:ext>
            </a:extLst>
          </p:cNvPr>
          <p:cNvSpPr>
            <a:spLocks noGrp="1"/>
          </p:cNvSpPr>
          <p:nvPr>
            <p:ph type="pic" sz="quarter" idx="47"/>
          </p:nvPr>
        </p:nvSpPr>
        <p:spPr/>
        <p:txBody>
          <a:bodyPr/>
          <a:lstStyle/>
          <a:p>
            <a:endParaRPr lang="en-IN" dirty="0"/>
          </a:p>
        </p:txBody>
      </p:sp>
    </p:spTree>
    <p:extLst>
      <p:ext uri="{BB962C8B-B14F-4D97-AF65-F5344CB8AC3E}">
        <p14:creationId xmlns:p14="http://schemas.microsoft.com/office/powerpoint/2010/main" val="3112642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3E68-1548-16FF-DECF-4E1ACA94A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4EA319-5795-D64E-4123-B40014D8335B}"/>
              </a:ext>
            </a:extLst>
          </p:cNvPr>
          <p:cNvSpPr>
            <a:spLocks noGrp="1"/>
          </p:cNvSpPr>
          <p:nvPr>
            <p:ph type="title"/>
          </p:nvPr>
        </p:nvSpPr>
        <p:spPr>
          <a:xfrm>
            <a:off x="914400" y="731520"/>
            <a:ext cx="4691728" cy="1737360"/>
          </a:xfrm>
        </p:spPr>
        <p:txBody>
          <a:bodyPr/>
          <a:lstStyle/>
          <a:p>
            <a:r>
              <a:rPr lang="en-US" dirty="0"/>
              <a:t>What is the problem?</a:t>
            </a:r>
            <a:endParaRPr lang="en-IN" dirty="0"/>
          </a:p>
        </p:txBody>
      </p:sp>
      <p:sp>
        <p:nvSpPr>
          <p:cNvPr id="3" name="Content Placeholder 2">
            <a:extLst>
              <a:ext uri="{FF2B5EF4-FFF2-40B4-BE49-F238E27FC236}">
                <a16:creationId xmlns:a16="http://schemas.microsoft.com/office/drawing/2014/main" id="{BFCD268E-CB24-9145-00CC-FD8ECCCAA408}"/>
              </a:ext>
            </a:extLst>
          </p:cNvPr>
          <p:cNvSpPr>
            <a:spLocks noGrp="1"/>
          </p:cNvSpPr>
          <p:nvPr>
            <p:ph idx="1"/>
          </p:nvPr>
        </p:nvSpPr>
        <p:spPr>
          <a:xfrm>
            <a:off x="5852160" y="731520"/>
            <a:ext cx="5519680" cy="1737360"/>
          </a:xfrm>
        </p:spPr>
        <p:txBody>
          <a:bodyPr/>
          <a:lstStyle/>
          <a:p>
            <a:endParaRPr lang="en-IN" dirty="0"/>
          </a:p>
        </p:txBody>
      </p:sp>
      <p:sp>
        <p:nvSpPr>
          <p:cNvPr id="4" name="Content Placeholder 3">
            <a:extLst>
              <a:ext uri="{FF2B5EF4-FFF2-40B4-BE49-F238E27FC236}">
                <a16:creationId xmlns:a16="http://schemas.microsoft.com/office/drawing/2014/main" id="{3254B2C6-0E58-4788-BC85-1BA7233E9334}"/>
              </a:ext>
            </a:extLst>
          </p:cNvPr>
          <p:cNvSpPr>
            <a:spLocks noGrp="1"/>
          </p:cNvSpPr>
          <p:nvPr>
            <p:ph idx="30"/>
          </p:nvPr>
        </p:nvSpPr>
        <p:spPr>
          <a:xfrm>
            <a:off x="914400" y="2743199"/>
            <a:ext cx="10616184" cy="3264409"/>
          </a:xfrm>
        </p:spPr>
        <p:txBody>
          <a:bodyPr>
            <a:normAutofit/>
          </a:bodyPr>
          <a:lstStyle/>
          <a:p>
            <a:r>
              <a:rPr lang="en-US" dirty="0"/>
              <a:t>We are not using AI to the best of our abilities and efficiency.</a:t>
            </a:r>
          </a:p>
          <a:p>
            <a:r>
              <a:rPr lang="en-US" dirty="0"/>
              <a:t>Often, we do not get the desired result in just one prompt, which makes structuring the prompts a big deal.</a:t>
            </a:r>
          </a:p>
          <a:p>
            <a:r>
              <a:rPr lang="en-US" dirty="0"/>
              <a:t>And while we might be getting the desired outputs, they might come at a higher cost than required. </a:t>
            </a:r>
          </a:p>
          <a:p>
            <a:r>
              <a:rPr lang="en-US" dirty="0"/>
              <a:t>Different businesses and teams have very unique use cases for AI, and they can be optimized respectively to their use cases.</a:t>
            </a:r>
          </a:p>
          <a:p>
            <a:endParaRPr lang="en-US" dirty="0"/>
          </a:p>
          <a:p>
            <a:endParaRPr lang="en-US" dirty="0"/>
          </a:p>
        </p:txBody>
      </p:sp>
      <p:sp>
        <p:nvSpPr>
          <p:cNvPr id="5" name="Slide Number Placeholder 4">
            <a:extLst>
              <a:ext uri="{FF2B5EF4-FFF2-40B4-BE49-F238E27FC236}">
                <a16:creationId xmlns:a16="http://schemas.microsoft.com/office/drawing/2014/main" id="{4448B5D3-5680-713D-62DA-0593199763FA}"/>
              </a:ext>
            </a:extLst>
          </p:cNvPr>
          <p:cNvSpPr>
            <a:spLocks noGrp="1"/>
          </p:cNvSpPr>
          <p:nvPr>
            <p:ph type="sldNum" sz="quarter" idx="29"/>
          </p:nvPr>
        </p:nvSpPr>
        <p:spPr>
          <a:xfrm>
            <a:off x="11194169" y="6217920"/>
            <a:ext cx="461374"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1278668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5778F-91BD-8982-1EDD-A57B353EB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4FA73-5FB0-E3DC-40C3-580C7A4DBD41}"/>
              </a:ext>
            </a:extLst>
          </p:cNvPr>
          <p:cNvSpPr>
            <a:spLocks noGrp="1"/>
          </p:cNvSpPr>
          <p:nvPr>
            <p:ph type="title"/>
          </p:nvPr>
        </p:nvSpPr>
        <p:spPr/>
        <p:txBody>
          <a:bodyPr/>
          <a:lstStyle/>
          <a:p>
            <a:r>
              <a:rPr lang="en-US" dirty="0"/>
              <a:t>Why?</a:t>
            </a:r>
            <a:endParaRPr lang="en-IN" dirty="0"/>
          </a:p>
        </p:txBody>
      </p:sp>
      <p:sp>
        <p:nvSpPr>
          <p:cNvPr id="3" name="Content Placeholder 2">
            <a:extLst>
              <a:ext uri="{FF2B5EF4-FFF2-40B4-BE49-F238E27FC236}">
                <a16:creationId xmlns:a16="http://schemas.microsoft.com/office/drawing/2014/main" id="{60EACFAC-C568-5AED-1FDF-5800A2444024}"/>
              </a:ext>
            </a:extLst>
          </p:cNvPr>
          <p:cNvSpPr>
            <a:spLocks noGrp="1"/>
          </p:cNvSpPr>
          <p:nvPr>
            <p:ph idx="1"/>
          </p:nvPr>
        </p:nvSpPr>
        <p:spPr/>
        <p:txBody>
          <a:bodyPr/>
          <a:lstStyle/>
          <a:p>
            <a:endParaRPr lang="en-IN" dirty="0"/>
          </a:p>
        </p:txBody>
      </p:sp>
      <p:sp>
        <p:nvSpPr>
          <p:cNvPr id="4" name="Content Placeholder 3">
            <a:extLst>
              <a:ext uri="{FF2B5EF4-FFF2-40B4-BE49-F238E27FC236}">
                <a16:creationId xmlns:a16="http://schemas.microsoft.com/office/drawing/2014/main" id="{87167CAE-BC43-763F-8FBB-C90476C64B5B}"/>
              </a:ext>
            </a:extLst>
          </p:cNvPr>
          <p:cNvSpPr>
            <a:spLocks noGrp="1"/>
          </p:cNvSpPr>
          <p:nvPr>
            <p:ph idx="30"/>
          </p:nvPr>
        </p:nvSpPr>
        <p:spPr>
          <a:xfrm>
            <a:off x="914400" y="2743199"/>
            <a:ext cx="10552176" cy="3264409"/>
          </a:xfrm>
        </p:spPr>
        <p:txBody>
          <a:bodyPr>
            <a:normAutofit/>
          </a:bodyPr>
          <a:lstStyle/>
          <a:p>
            <a:r>
              <a:rPr lang="en-US" dirty="0"/>
              <a:t>As we all are aware, AI is expensive. Using AI has its cost and impacts that one might not realize, sometimes at an individual level, other times at a larger scale.</a:t>
            </a:r>
          </a:p>
          <a:p>
            <a:r>
              <a:rPr lang="en-US" dirty="0"/>
              <a:t>What are the implications of using AI? While AI does offers its advantages, it has its cons that we need to keep in mind.</a:t>
            </a:r>
          </a:p>
          <a:p>
            <a:pPr marL="0" indent="0">
              <a:buNone/>
            </a:pPr>
            <a:r>
              <a:rPr lang="en-US" dirty="0"/>
              <a:t>	- Skill Decline and reduced thinking</a:t>
            </a:r>
            <a:br>
              <a:rPr lang="en-US" dirty="0"/>
            </a:br>
            <a:r>
              <a:rPr lang="en-US" dirty="0"/>
              <a:t>	- Dependency on AI for everything</a:t>
            </a:r>
            <a:br>
              <a:rPr lang="en-US" dirty="0"/>
            </a:br>
            <a:r>
              <a:rPr lang="en-US" dirty="0"/>
              <a:t>	- Financial costs, using AI for complete projects is expensive.</a:t>
            </a:r>
            <a:br>
              <a:rPr lang="en-US" dirty="0"/>
            </a:br>
            <a:r>
              <a:rPr lang="en-US" dirty="0"/>
              <a:t>	- Data security risks</a:t>
            </a:r>
            <a:br>
              <a:rPr lang="en-US" dirty="0"/>
            </a:br>
            <a:r>
              <a:rPr lang="en-US" dirty="0"/>
              <a:t>	- AI can be wrong sometimes, affecting decisions, sometimes in large stake environments.</a:t>
            </a:r>
            <a:br>
              <a:rPr lang="en-US" dirty="0"/>
            </a:br>
            <a:r>
              <a:rPr lang="en-US"/>
              <a:t>	- </a:t>
            </a:r>
          </a:p>
        </p:txBody>
      </p:sp>
      <p:sp>
        <p:nvSpPr>
          <p:cNvPr id="5" name="Slide Number Placeholder 4">
            <a:extLst>
              <a:ext uri="{FF2B5EF4-FFF2-40B4-BE49-F238E27FC236}">
                <a16:creationId xmlns:a16="http://schemas.microsoft.com/office/drawing/2014/main" id="{40538A12-7D8E-B5FA-FA68-EB6ECD21EEB5}"/>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4273208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F5BA0B-B4D1-7DD1-D250-7D25FBD92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20297-530B-9652-F405-97D430EF1F23}"/>
              </a:ext>
            </a:extLst>
          </p:cNvPr>
          <p:cNvSpPr>
            <a:spLocks noGrp="1"/>
          </p:cNvSpPr>
          <p:nvPr>
            <p:ph type="title"/>
          </p:nvPr>
        </p:nvSpPr>
        <p:spPr/>
        <p:txBody>
          <a:bodyPr/>
          <a:lstStyle/>
          <a:p>
            <a:r>
              <a:rPr lang="en-US" dirty="0"/>
              <a:t>How can we tackle this?</a:t>
            </a:r>
            <a:endParaRPr lang="en-IN" dirty="0"/>
          </a:p>
        </p:txBody>
      </p:sp>
      <p:sp>
        <p:nvSpPr>
          <p:cNvPr id="4" name="Content Placeholder 3">
            <a:extLst>
              <a:ext uri="{FF2B5EF4-FFF2-40B4-BE49-F238E27FC236}">
                <a16:creationId xmlns:a16="http://schemas.microsoft.com/office/drawing/2014/main" id="{A8EA6676-E64F-330D-4295-5650EFD0A3AE}"/>
              </a:ext>
            </a:extLst>
          </p:cNvPr>
          <p:cNvSpPr>
            <a:spLocks noGrp="1"/>
          </p:cNvSpPr>
          <p:nvPr>
            <p:ph idx="30"/>
          </p:nvPr>
        </p:nvSpPr>
        <p:spPr>
          <a:xfrm>
            <a:off x="914400" y="2743199"/>
            <a:ext cx="10552176" cy="3264409"/>
          </a:xfrm>
        </p:spPr>
        <p:txBody>
          <a:bodyPr>
            <a:normAutofit/>
          </a:bodyPr>
          <a:lstStyle/>
          <a:p>
            <a:r>
              <a:rPr lang="en-US" dirty="0"/>
              <a:t>We can split this into 3 aspects –</a:t>
            </a:r>
          </a:p>
          <a:p>
            <a:pPr lvl="1"/>
            <a:r>
              <a:rPr lang="en-US" dirty="0"/>
              <a:t>Using the best AI model for the required task.</a:t>
            </a:r>
          </a:p>
          <a:p>
            <a:pPr lvl="1"/>
            <a:r>
              <a:rPr lang="en-US" dirty="0"/>
              <a:t>Estimating the token cost for that prompt and its output.</a:t>
            </a:r>
          </a:p>
          <a:p>
            <a:pPr lvl="1"/>
            <a:r>
              <a:rPr lang="en-US" dirty="0"/>
              <a:t>Framing the prompt so that the output is as desired, while minimizing token cost.</a:t>
            </a:r>
          </a:p>
          <a:p>
            <a:r>
              <a:rPr lang="en-US" dirty="0"/>
              <a:t>We need to also keep in mind, that while we can optimize for the cost, it cannot come at the cost of security. </a:t>
            </a:r>
          </a:p>
          <a:p>
            <a:endParaRPr lang="en-US" dirty="0"/>
          </a:p>
        </p:txBody>
      </p:sp>
      <p:sp>
        <p:nvSpPr>
          <p:cNvPr id="5" name="Slide Number Placeholder 4">
            <a:extLst>
              <a:ext uri="{FF2B5EF4-FFF2-40B4-BE49-F238E27FC236}">
                <a16:creationId xmlns:a16="http://schemas.microsoft.com/office/drawing/2014/main" id="{05DADE39-3D1B-E38A-7FED-254F4F35A94F}"/>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2249956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2E7E2-4439-5A00-1129-6595ADA26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DDE39-C6E8-BA1F-9A95-CA4195376E11}"/>
              </a:ext>
            </a:extLst>
          </p:cNvPr>
          <p:cNvSpPr>
            <a:spLocks noGrp="1"/>
          </p:cNvSpPr>
          <p:nvPr>
            <p:ph type="title"/>
          </p:nvPr>
        </p:nvSpPr>
        <p:spPr/>
        <p:txBody>
          <a:bodyPr/>
          <a:lstStyle/>
          <a:p>
            <a:r>
              <a:rPr lang="en-US" dirty="0"/>
              <a:t>Case Breakdown</a:t>
            </a:r>
            <a:endParaRPr lang="en-IN" dirty="0"/>
          </a:p>
        </p:txBody>
      </p:sp>
      <p:sp>
        <p:nvSpPr>
          <p:cNvPr id="4" name="Content Placeholder 3">
            <a:extLst>
              <a:ext uri="{FF2B5EF4-FFF2-40B4-BE49-F238E27FC236}">
                <a16:creationId xmlns:a16="http://schemas.microsoft.com/office/drawing/2014/main" id="{BD6E757E-D4C7-6FB3-EB18-8BD2263914DA}"/>
              </a:ext>
            </a:extLst>
          </p:cNvPr>
          <p:cNvSpPr>
            <a:spLocks noGrp="1"/>
          </p:cNvSpPr>
          <p:nvPr>
            <p:ph idx="30"/>
          </p:nvPr>
        </p:nvSpPr>
        <p:spPr>
          <a:xfrm>
            <a:off x="914400" y="2743199"/>
            <a:ext cx="10552176" cy="3264409"/>
          </a:xfrm>
        </p:spPr>
        <p:txBody>
          <a:bodyPr>
            <a:normAutofit/>
          </a:bodyPr>
          <a:lstStyle/>
          <a:p>
            <a:r>
              <a:rPr lang="en-US" dirty="0"/>
              <a:t>If a development team is using AI, what are the best practices to follow? A development team is more focused on the output and not much about the security concerns. Considering this, what can be kept in mind while using AI? While working on a project, there are going to be issues in the code, how to tackle them efficiently, while maintaining past context? These are the problems that a dev team might face while incorporating AI into their working.</a:t>
            </a:r>
          </a:p>
          <a:p>
            <a:r>
              <a:rPr lang="en-US" dirty="0"/>
              <a:t>On the other hand, if a business wants to incorporate AI into their pipeline, their major concern is going to be data security. How can an enterprise like HDFC adopt AI into their business to enhance performance, all while preventing data leaks, and minimizing cost implications?</a:t>
            </a:r>
          </a:p>
          <a:p>
            <a:r>
              <a:rPr lang="en-US" dirty="0"/>
              <a:t>What are the guardrails that need to be established in both cases? What are the practices to be followed for the </a:t>
            </a:r>
          </a:p>
          <a:p>
            <a:endParaRPr lang="en-US" dirty="0"/>
          </a:p>
        </p:txBody>
      </p:sp>
      <p:sp>
        <p:nvSpPr>
          <p:cNvPr id="5" name="Slide Number Placeholder 4">
            <a:extLst>
              <a:ext uri="{FF2B5EF4-FFF2-40B4-BE49-F238E27FC236}">
                <a16:creationId xmlns:a16="http://schemas.microsoft.com/office/drawing/2014/main" id="{D010E1E4-52C9-4552-7F28-C9799BE535AA}"/>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3832589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ABAE6-43C2-576E-E2B4-4653871E7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3CD62-F4D3-77E6-655B-DB7EE9EE5271}"/>
              </a:ext>
            </a:extLst>
          </p:cNvPr>
          <p:cNvSpPr>
            <a:spLocks noGrp="1"/>
          </p:cNvSpPr>
          <p:nvPr>
            <p:ph type="title"/>
          </p:nvPr>
        </p:nvSpPr>
        <p:spPr/>
        <p:txBody>
          <a:bodyPr/>
          <a:lstStyle/>
          <a:p>
            <a:r>
              <a:rPr lang="en-US" dirty="0"/>
              <a:t>title</a:t>
            </a:r>
            <a:endParaRPr lang="en-IN" dirty="0"/>
          </a:p>
        </p:txBody>
      </p:sp>
      <p:sp>
        <p:nvSpPr>
          <p:cNvPr id="4" name="Content Placeholder 3">
            <a:extLst>
              <a:ext uri="{FF2B5EF4-FFF2-40B4-BE49-F238E27FC236}">
                <a16:creationId xmlns:a16="http://schemas.microsoft.com/office/drawing/2014/main" id="{EBB6D205-E12F-AB2F-1BF8-1ADD6C75238F}"/>
              </a:ext>
            </a:extLst>
          </p:cNvPr>
          <p:cNvSpPr>
            <a:spLocks noGrp="1"/>
          </p:cNvSpPr>
          <p:nvPr>
            <p:ph idx="30"/>
          </p:nvPr>
        </p:nvSpPr>
        <p:spPr>
          <a:xfrm>
            <a:off x="914400" y="2743199"/>
            <a:ext cx="10552176" cy="3264409"/>
          </a:xfrm>
        </p:spPr>
        <p:txBody>
          <a:bodyPr>
            <a:normAutofit/>
          </a:bodyPr>
          <a:lstStyle/>
          <a:p>
            <a:r>
              <a:rPr lang="en-US" dirty="0"/>
              <a:t>Blank</a:t>
            </a:r>
          </a:p>
          <a:p>
            <a:endParaRPr lang="en-US" dirty="0"/>
          </a:p>
        </p:txBody>
      </p:sp>
      <p:sp>
        <p:nvSpPr>
          <p:cNvPr id="5" name="Slide Number Placeholder 4">
            <a:extLst>
              <a:ext uri="{FF2B5EF4-FFF2-40B4-BE49-F238E27FC236}">
                <a16:creationId xmlns:a16="http://schemas.microsoft.com/office/drawing/2014/main" id="{2B6FB9DD-CE60-1DC5-DBB7-7FB7340C50FD}"/>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2827878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9BEE5-76E7-3348-F422-E3443C7EA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31AEB-1041-F4BA-03D7-1CA89CB609DA}"/>
              </a:ext>
            </a:extLst>
          </p:cNvPr>
          <p:cNvSpPr>
            <a:spLocks noGrp="1"/>
          </p:cNvSpPr>
          <p:nvPr>
            <p:ph type="title"/>
          </p:nvPr>
        </p:nvSpPr>
        <p:spPr/>
        <p:txBody>
          <a:bodyPr/>
          <a:lstStyle/>
          <a:p>
            <a:r>
              <a:rPr lang="en-US" dirty="0"/>
              <a:t>title</a:t>
            </a:r>
            <a:endParaRPr lang="en-IN" dirty="0"/>
          </a:p>
        </p:txBody>
      </p:sp>
      <p:sp>
        <p:nvSpPr>
          <p:cNvPr id="4" name="Content Placeholder 3">
            <a:extLst>
              <a:ext uri="{FF2B5EF4-FFF2-40B4-BE49-F238E27FC236}">
                <a16:creationId xmlns:a16="http://schemas.microsoft.com/office/drawing/2014/main" id="{A0AD2905-263D-175D-5949-7BA146EEFECF}"/>
              </a:ext>
            </a:extLst>
          </p:cNvPr>
          <p:cNvSpPr>
            <a:spLocks noGrp="1"/>
          </p:cNvSpPr>
          <p:nvPr>
            <p:ph idx="30"/>
          </p:nvPr>
        </p:nvSpPr>
        <p:spPr>
          <a:xfrm>
            <a:off x="914400" y="2743199"/>
            <a:ext cx="10552176" cy="3264409"/>
          </a:xfrm>
        </p:spPr>
        <p:txBody>
          <a:bodyPr>
            <a:normAutofit/>
          </a:bodyPr>
          <a:lstStyle/>
          <a:p>
            <a:r>
              <a:rPr lang="en-US" dirty="0"/>
              <a:t>Blank</a:t>
            </a:r>
          </a:p>
          <a:p>
            <a:endParaRPr lang="en-US" dirty="0"/>
          </a:p>
        </p:txBody>
      </p:sp>
      <p:sp>
        <p:nvSpPr>
          <p:cNvPr id="5" name="Slide Number Placeholder 4">
            <a:extLst>
              <a:ext uri="{FF2B5EF4-FFF2-40B4-BE49-F238E27FC236}">
                <a16:creationId xmlns:a16="http://schemas.microsoft.com/office/drawing/2014/main" id="{ADFCBF0E-3D49-BE56-0457-324D7996F767}"/>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208718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D57BE-24FE-81D8-75A2-30E4C1DBD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086E3-9AD8-2F76-A233-F383E976E639}"/>
              </a:ext>
            </a:extLst>
          </p:cNvPr>
          <p:cNvSpPr>
            <a:spLocks noGrp="1"/>
          </p:cNvSpPr>
          <p:nvPr>
            <p:ph type="title"/>
          </p:nvPr>
        </p:nvSpPr>
        <p:spPr/>
        <p:txBody>
          <a:bodyPr/>
          <a:lstStyle/>
          <a:p>
            <a:r>
              <a:rPr lang="en-US" dirty="0"/>
              <a:t>Token Estimation and Costs</a:t>
            </a:r>
            <a:endParaRPr lang="en-IN" dirty="0"/>
          </a:p>
        </p:txBody>
      </p:sp>
      <p:sp>
        <p:nvSpPr>
          <p:cNvPr id="4" name="Content Placeholder 3">
            <a:extLst>
              <a:ext uri="{FF2B5EF4-FFF2-40B4-BE49-F238E27FC236}">
                <a16:creationId xmlns:a16="http://schemas.microsoft.com/office/drawing/2014/main" id="{B5EF8432-9F23-8D3B-1AF4-848DE3E53CEC}"/>
              </a:ext>
            </a:extLst>
          </p:cNvPr>
          <p:cNvSpPr>
            <a:spLocks noGrp="1"/>
          </p:cNvSpPr>
          <p:nvPr>
            <p:ph idx="30"/>
          </p:nvPr>
        </p:nvSpPr>
        <p:spPr>
          <a:xfrm>
            <a:off x="914400" y="2743199"/>
            <a:ext cx="10552176" cy="3264409"/>
          </a:xfrm>
        </p:spPr>
        <p:txBody>
          <a:bodyPr>
            <a:normAutofit/>
          </a:bodyPr>
          <a:lstStyle/>
          <a:p>
            <a:r>
              <a:rPr lang="en-US" dirty="0"/>
              <a:t>What is a token? - A token is a unit of text used by the model.</a:t>
            </a:r>
          </a:p>
          <a:p>
            <a:r>
              <a:rPr lang="en-US" dirty="0"/>
              <a:t>It can be a word, part of a word, punctuation, or whitespace depending on the tokenizer.</a:t>
            </a:r>
          </a:p>
          <a:p>
            <a:r>
              <a:rPr lang="en-US" dirty="0"/>
              <a:t>Example: `"Hello, world!"` might be split into tokens like [</a:t>
            </a:r>
            <a:r>
              <a:rPr lang="en-US" dirty="0">
                <a:highlight>
                  <a:srgbClr val="FF00FF"/>
                </a:highlight>
              </a:rPr>
              <a:t>"Hello"</a:t>
            </a:r>
            <a:r>
              <a:rPr lang="en-US" dirty="0"/>
              <a:t>, </a:t>
            </a:r>
            <a:r>
              <a:rPr lang="en-US" dirty="0">
                <a:highlight>
                  <a:srgbClr val="FF00FF"/>
                </a:highlight>
              </a:rPr>
              <a:t>","</a:t>
            </a:r>
            <a:r>
              <a:rPr lang="en-US" dirty="0"/>
              <a:t>, </a:t>
            </a:r>
            <a:r>
              <a:rPr lang="en-US" dirty="0">
                <a:highlight>
                  <a:srgbClr val="FF00FF"/>
                </a:highlight>
              </a:rPr>
              <a:t>" world"</a:t>
            </a:r>
            <a:r>
              <a:rPr lang="en-US" dirty="0"/>
              <a:t>, </a:t>
            </a:r>
            <a:r>
              <a:rPr lang="en-US" dirty="0">
                <a:highlight>
                  <a:srgbClr val="FF00FF"/>
                </a:highlight>
              </a:rPr>
              <a:t>"!"</a:t>
            </a:r>
            <a:r>
              <a:rPr lang="en-US" dirty="0"/>
              <a:t>].</a:t>
            </a:r>
          </a:p>
          <a:p>
            <a:r>
              <a:rPr lang="en-US" dirty="0"/>
              <a:t>How tokens are processed</a:t>
            </a:r>
          </a:p>
          <a:p>
            <a:r>
              <a:rPr lang="en-US" dirty="0"/>
              <a:t>The model converts text into tokens before running inference.</a:t>
            </a:r>
          </a:p>
          <a:p>
            <a:r>
              <a:rPr lang="en-US" dirty="0"/>
              <a:t>Every prompt, system message, user message, and assistant reply is tokenized.</a:t>
            </a:r>
          </a:p>
          <a:p>
            <a:r>
              <a:rPr lang="en-US" dirty="0"/>
              <a:t>The model processes the token sequence as a whole during each request.</a:t>
            </a:r>
          </a:p>
        </p:txBody>
      </p:sp>
      <p:sp>
        <p:nvSpPr>
          <p:cNvPr id="5" name="Slide Number Placeholder 4">
            <a:extLst>
              <a:ext uri="{FF2B5EF4-FFF2-40B4-BE49-F238E27FC236}">
                <a16:creationId xmlns:a16="http://schemas.microsoft.com/office/drawing/2014/main" id="{11110FA5-59E7-9EDD-EEA0-F400FC089A57}"/>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1335128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57F67-962A-03EC-746C-4782C2B20F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8AD35-818E-E18C-E462-64FC7BB8E97C}"/>
              </a:ext>
            </a:extLst>
          </p:cNvPr>
          <p:cNvSpPr>
            <a:spLocks noGrp="1"/>
          </p:cNvSpPr>
          <p:nvPr>
            <p:ph type="title"/>
          </p:nvPr>
        </p:nvSpPr>
        <p:spPr/>
        <p:txBody>
          <a:bodyPr/>
          <a:lstStyle/>
          <a:p>
            <a:r>
              <a:rPr lang="en-US" dirty="0"/>
              <a:t>Token Estimation and Costs (cont.)</a:t>
            </a:r>
            <a:endParaRPr lang="en-IN" dirty="0"/>
          </a:p>
        </p:txBody>
      </p:sp>
      <p:sp>
        <p:nvSpPr>
          <p:cNvPr id="4" name="Content Placeholder 3">
            <a:extLst>
              <a:ext uri="{FF2B5EF4-FFF2-40B4-BE49-F238E27FC236}">
                <a16:creationId xmlns:a16="http://schemas.microsoft.com/office/drawing/2014/main" id="{506E1E72-DBEB-DE1A-1B2A-15FA2AF74C2C}"/>
              </a:ext>
            </a:extLst>
          </p:cNvPr>
          <p:cNvSpPr>
            <a:spLocks noGrp="1"/>
          </p:cNvSpPr>
          <p:nvPr>
            <p:ph idx="30"/>
          </p:nvPr>
        </p:nvSpPr>
        <p:spPr>
          <a:xfrm>
            <a:off x="914400" y="2075689"/>
            <a:ext cx="10552176" cy="3931920"/>
          </a:xfrm>
        </p:spPr>
        <p:txBody>
          <a:bodyPr>
            <a:normAutofit fontScale="92500" lnSpcReduction="20000"/>
          </a:bodyPr>
          <a:lstStyle/>
          <a:p>
            <a:r>
              <a:rPr lang="en-US" dirty="0"/>
              <a:t>How AI manages tokens vs. the limit</a:t>
            </a:r>
          </a:p>
          <a:p>
            <a:pPr marL="384048" lvl="1" indent="0">
              <a:buNone/>
            </a:pPr>
            <a:r>
              <a:rPr lang="en-US" dirty="0"/>
              <a:t>	- Models have a context/window limit, e.g. 4k, 8k, 32k tokens.</a:t>
            </a:r>
          </a:p>
          <a:p>
            <a:pPr marL="384048" lvl="1" indent="0">
              <a:buNone/>
            </a:pPr>
            <a:r>
              <a:rPr lang="en-US" dirty="0"/>
              <a:t>	- The total token count includes:</a:t>
            </a:r>
          </a:p>
          <a:p>
            <a:pPr marL="1115568" lvl="3" indent="0">
              <a:buNone/>
            </a:pPr>
            <a:r>
              <a:rPr lang="en-US" dirty="0"/>
              <a:t>prompt tokens</a:t>
            </a:r>
            <a:br>
              <a:rPr lang="en-US" dirty="0"/>
            </a:br>
            <a:r>
              <a:rPr lang="en-US" dirty="0"/>
              <a:t>system and instruction tokens</a:t>
            </a:r>
            <a:br>
              <a:rPr lang="en-US" dirty="0"/>
            </a:br>
            <a:r>
              <a:rPr lang="en-US" dirty="0"/>
              <a:t>conversation history tokens</a:t>
            </a:r>
            <a:br>
              <a:rPr lang="en-US" dirty="0"/>
            </a:br>
            <a:r>
              <a:rPr lang="en-US" dirty="0"/>
              <a:t>generated output tokens</a:t>
            </a:r>
          </a:p>
          <a:p>
            <a:r>
              <a:rPr lang="en-US" dirty="0"/>
              <a:t>The system checks token count before generating a response.</a:t>
            </a:r>
          </a:p>
          <a:p>
            <a:r>
              <a:rPr lang="en-US" dirty="0"/>
              <a:t>- If the total would exceed the limit, the model or client typically:</a:t>
            </a:r>
          </a:p>
          <a:p>
            <a:r>
              <a:rPr lang="en-US" dirty="0"/>
              <a:t>  - truncates older history</a:t>
            </a:r>
          </a:p>
          <a:p>
            <a:r>
              <a:rPr lang="en-US" dirty="0"/>
              <a:t>  - drops some past messages</a:t>
            </a:r>
          </a:p>
          <a:p>
            <a:r>
              <a:rPr lang="en-US" dirty="0"/>
              <a:t>  - or rejects the request with a “context length exceeded” error</a:t>
            </a:r>
          </a:p>
        </p:txBody>
      </p:sp>
      <p:sp>
        <p:nvSpPr>
          <p:cNvPr id="5" name="Slide Number Placeholder 4">
            <a:extLst>
              <a:ext uri="{FF2B5EF4-FFF2-40B4-BE49-F238E27FC236}">
                <a16:creationId xmlns:a16="http://schemas.microsoft.com/office/drawing/2014/main" id="{C4791FDB-5651-C88D-BC0F-D6A68C9DC3B8}"/>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2120931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923B-F65B-F047-0C7E-19A33D947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09F4B-8CDC-57EB-0234-A2D6F6717C66}"/>
              </a:ext>
            </a:extLst>
          </p:cNvPr>
          <p:cNvSpPr>
            <a:spLocks noGrp="1"/>
          </p:cNvSpPr>
          <p:nvPr>
            <p:ph type="title"/>
          </p:nvPr>
        </p:nvSpPr>
        <p:spPr/>
        <p:txBody>
          <a:bodyPr/>
          <a:lstStyle/>
          <a:p>
            <a:r>
              <a:rPr lang="en-US" dirty="0"/>
              <a:t>Token Estimation and Costs (cont.)</a:t>
            </a:r>
            <a:endParaRPr lang="en-IN" dirty="0"/>
          </a:p>
        </p:txBody>
      </p:sp>
      <p:sp>
        <p:nvSpPr>
          <p:cNvPr id="4" name="Content Placeholder 3">
            <a:extLst>
              <a:ext uri="{FF2B5EF4-FFF2-40B4-BE49-F238E27FC236}">
                <a16:creationId xmlns:a16="http://schemas.microsoft.com/office/drawing/2014/main" id="{3B5E4827-EC40-32E7-52D1-D736AF139551}"/>
              </a:ext>
            </a:extLst>
          </p:cNvPr>
          <p:cNvSpPr>
            <a:spLocks noGrp="1"/>
          </p:cNvSpPr>
          <p:nvPr>
            <p:ph idx="30"/>
          </p:nvPr>
        </p:nvSpPr>
        <p:spPr>
          <a:xfrm>
            <a:off x="914400" y="2743199"/>
            <a:ext cx="10552176" cy="3264409"/>
          </a:xfrm>
        </p:spPr>
        <p:txBody>
          <a:bodyPr>
            <a:normAutofit/>
          </a:bodyPr>
          <a:lstStyle/>
          <a:p>
            <a:r>
              <a:rPr lang="en-US" dirty="0"/>
              <a:t>When limits are reached</a:t>
            </a:r>
          </a:p>
          <a:p>
            <a:pPr lvl="1"/>
            <a:r>
              <a:rPr lang="en-US" dirty="0"/>
              <a:t>A request reaches the limit when prompt tokens + expected output tokens exceed the model’s maximum context size.</a:t>
            </a:r>
          </a:p>
          <a:p>
            <a:pPr lvl="1"/>
            <a:r>
              <a:rPr lang="en-US" dirty="0"/>
              <a:t>Even if the model could generate shorter output, the request may be blocked if the prompt itself is already too large.</a:t>
            </a:r>
          </a:p>
          <a:p>
            <a:r>
              <a:rPr lang="en-US" dirty="0"/>
              <a:t>Limit behavior:</a:t>
            </a:r>
          </a:p>
          <a:p>
            <a:pPr lvl="1"/>
            <a:r>
              <a:rPr lang="en-US" dirty="0"/>
              <a:t>if input alone exceeds limit: request fails</a:t>
            </a:r>
          </a:p>
          <a:p>
            <a:pPr lvl="1"/>
            <a:r>
              <a:rPr lang="en-US" dirty="0"/>
              <a:t>if input + output budget exceeds limit: output may be cut off or the request may be rejected</a:t>
            </a:r>
          </a:p>
          <a:p>
            <a:pPr marL="0" indent="0">
              <a:buNone/>
            </a:pPr>
            <a:endParaRPr lang="en-US" dirty="0"/>
          </a:p>
        </p:txBody>
      </p:sp>
      <p:sp>
        <p:nvSpPr>
          <p:cNvPr id="5" name="Slide Number Placeholder 4">
            <a:extLst>
              <a:ext uri="{FF2B5EF4-FFF2-40B4-BE49-F238E27FC236}">
                <a16:creationId xmlns:a16="http://schemas.microsoft.com/office/drawing/2014/main" id="{16F68C59-3F15-5B59-E793-3EC36856874B}"/>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448754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BE8AE-C149-7D21-23B4-C0E474396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47B37-D820-2BCE-EF06-CA002F6F66D9}"/>
              </a:ext>
            </a:extLst>
          </p:cNvPr>
          <p:cNvSpPr>
            <a:spLocks noGrp="1"/>
          </p:cNvSpPr>
          <p:nvPr>
            <p:ph type="title"/>
          </p:nvPr>
        </p:nvSpPr>
        <p:spPr/>
        <p:txBody>
          <a:bodyPr/>
          <a:lstStyle/>
          <a:p>
            <a:r>
              <a:rPr lang="en-US" dirty="0"/>
              <a:t>Token Estimation and Costs (cont.)</a:t>
            </a:r>
            <a:endParaRPr lang="en-IN" dirty="0"/>
          </a:p>
        </p:txBody>
      </p:sp>
      <p:sp>
        <p:nvSpPr>
          <p:cNvPr id="4" name="Content Placeholder 3">
            <a:extLst>
              <a:ext uri="{FF2B5EF4-FFF2-40B4-BE49-F238E27FC236}">
                <a16:creationId xmlns:a16="http://schemas.microsoft.com/office/drawing/2014/main" id="{1F24F3DC-1F61-862D-E4AF-FC1E36A425C0}"/>
              </a:ext>
            </a:extLst>
          </p:cNvPr>
          <p:cNvSpPr>
            <a:spLocks noGrp="1"/>
          </p:cNvSpPr>
          <p:nvPr>
            <p:ph idx="30"/>
          </p:nvPr>
        </p:nvSpPr>
        <p:spPr>
          <a:xfrm>
            <a:off x="914400" y="1947673"/>
            <a:ext cx="10552176" cy="4059936"/>
          </a:xfrm>
        </p:spPr>
        <p:txBody>
          <a:bodyPr>
            <a:normAutofit/>
          </a:bodyPr>
          <a:lstStyle/>
          <a:p>
            <a:r>
              <a:rPr lang="en-US" dirty="0"/>
              <a:t>Billing is often based on token usage:</a:t>
            </a:r>
          </a:p>
          <a:p>
            <a:r>
              <a:rPr lang="en-US" dirty="0"/>
              <a:t>input tokens = tokens in the prompt</a:t>
            </a:r>
          </a:p>
          <a:p>
            <a:r>
              <a:rPr lang="en-US" dirty="0"/>
              <a:t>output tokens = tokens generated by the model</a:t>
            </a:r>
          </a:p>
          <a:p>
            <a:r>
              <a:rPr lang="en-US" dirty="0"/>
              <a:t>Different models have different per-token pricing.</a:t>
            </a:r>
          </a:p>
          <a:p>
            <a:r>
              <a:rPr lang="en-US" dirty="0"/>
              <a:t>More tokens means higher cost, especially for longer prompts or long responses.</a:t>
            </a:r>
          </a:p>
          <a:p>
            <a:r>
              <a:rPr lang="en-US" dirty="0"/>
              <a:t>Practical note</a:t>
            </a:r>
          </a:p>
          <a:p>
            <a:pPr lvl="1"/>
            <a:r>
              <a:rPr lang="en-US" dirty="0"/>
              <a:t>Keep prompts concise.</a:t>
            </a:r>
          </a:p>
          <a:p>
            <a:pPr lvl="1"/>
            <a:r>
              <a:rPr lang="en-US" dirty="0"/>
              <a:t>Remove unnecessary history when context is long.</a:t>
            </a:r>
          </a:p>
          <a:p>
            <a:pPr lvl="1"/>
            <a:r>
              <a:rPr lang="en-US" dirty="0"/>
              <a:t>Reserve some budget for the model’s output if you need a longer response.</a:t>
            </a:r>
          </a:p>
          <a:p>
            <a:endParaRPr lang="en-US" dirty="0"/>
          </a:p>
        </p:txBody>
      </p:sp>
      <p:sp>
        <p:nvSpPr>
          <p:cNvPr id="5" name="Slide Number Placeholder 4">
            <a:extLst>
              <a:ext uri="{FF2B5EF4-FFF2-40B4-BE49-F238E27FC236}">
                <a16:creationId xmlns:a16="http://schemas.microsoft.com/office/drawing/2014/main" id="{FB9FBEEF-F7DA-D038-0824-CD553AF527FD}"/>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1329656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35EF8-1EDD-55B2-0468-B96EE5E0A8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5B80E-B97B-0844-5225-41E9D85F7FAC}"/>
              </a:ext>
            </a:extLst>
          </p:cNvPr>
          <p:cNvSpPr>
            <a:spLocks noGrp="1"/>
          </p:cNvSpPr>
          <p:nvPr>
            <p:ph type="title"/>
          </p:nvPr>
        </p:nvSpPr>
        <p:spPr/>
        <p:txBody>
          <a:bodyPr/>
          <a:lstStyle/>
          <a:p>
            <a:r>
              <a:rPr lang="en-US" dirty="0"/>
              <a:t>title</a:t>
            </a:r>
            <a:endParaRPr lang="en-IN" dirty="0"/>
          </a:p>
        </p:txBody>
      </p:sp>
      <p:sp>
        <p:nvSpPr>
          <p:cNvPr id="3" name="Content Placeholder 2">
            <a:extLst>
              <a:ext uri="{FF2B5EF4-FFF2-40B4-BE49-F238E27FC236}">
                <a16:creationId xmlns:a16="http://schemas.microsoft.com/office/drawing/2014/main" id="{4A1668AF-A71C-BF82-DBB5-94A9DC3795B2}"/>
              </a:ext>
            </a:extLst>
          </p:cNvPr>
          <p:cNvSpPr>
            <a:spLocks noGrp="1"/>
          </p:cNvSpPr>
          <p:nvPr>
            <p:ph idx="1"/>
          </p:nvPr>
        </p:nvSpPr>
        <p:spPr/>
        <p:txBody>
          <a:bodyPr/>
          <a:lstStyle/>
          <a:p>
            <a:endParaRPr lang="en-IN" dirty="0"/>
          </a:p>
        </p:txBody>
      </p:sp>
      <p:sp>
        <p:nvSpPr>
          <p:cNvPr id="4" name="Content Placeholder 3">
            <a:extLst>
              <a:ext uri="{FF2B5EF4-FFF2-40B4-BE49-F238E27FC236}">
                <a16:creationId xmlns:a16="http://schemas.microsoft.com/office/drawing/2014/main" id="{A0C8DB4E-49B1-99D0-8E12-D0030C306A56}"/>
              </a:ext>
            </a:extLst>
          </p:cNvPr>
          <p:cNvSpPr>
            <a:spLocks noGrp="1"/>
          </p:cNvSpPr>
          <p:nvPr>
            <p:ph idx="30"/>
          </p:nvPr>
        </p:nvSpPr>
        <p:spPr>
          <a:xfrm>
            <a:off x="914400" y="2743199"/>
            <a:ext cx="10552176" cy="3264409"/>
          </a:xfrm>
        </p:spPr>
        <p:txBody>
          <a:bodyPr>
            <a:normAutofit/>
          </a:bodyPr>
          <a:lstStyle/>
          <a:p>
            <a:r>
              <a:rPr lang="en-US" dirty="0"/>
              <a:t>Blank</a:t>
            </a:r>
          </a:p>
          <a:p>
            <a:endParaRPr lang="en-US" dirty="0"/>
          </a:p>
        </p:txBody>
      </p:sp>
      <p:sp>
        <p:nvSpPr>
          <p:cNvPr id="5" name="Slide Number Placeholder 4">
            <a:extLst>
              <a:ext uri="{FF2B5EF4-FFF2-40B4-BE49-F238E27FC236}">
                <a16:creationId xmlns:a16="http://schemas.microsoft.com/office/drawing/2014/main" id="{C9A39BBF-612C-FB32-C2D9-627A7D3039CE}"/>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2737292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E8CF9-B878-25EE-4425-BE14D8C6A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E87F9-527F-CF4D-7C52-B5127350235C}"/>
              </a:ext>
            </a:extLst>
          </p:cNvPr>
          <p:cNvSpPr>
            <a:spLocks noGrp="1"/>
          </p:cNvSpPr>
          <p:nvPr>
            <p:ph type="title"/>
          </p:nvPr>
        </p:nvSpPr>
        <p:spPr/>
        <p:txBody>
          <a:bodyPr/>
          <a:lstStyle/>
          <a:p>
            <a:r>
              <a:rPr lang="en-US" dirty="0"/>
              <a:t>title</a:t>
            </a:r>
            <a:endParaRPr lang="en-IN" dirty="0"/>
          </a:p>
        </p:txBody>
      </p:sp>
      <p:sp>
        <p:nvSpPr>
          <p:cNvPr id="3" name="Content Placeholder 2">
            <a:extLst>
              <a:ext uri="{FF2B5EF4-FFF2-40B4-BE49-F238E27FC236}">
                <a16:creationId xmlns:a16="http://schemas.microsoft.com/office/drawing/2014/main" id="{F14F3B2F-937E-AE8A-E7C7-2311E569C34F}"/>
              </a:ext>
            </a:extLst>
          </p:cNvPr>
          <p:cNvSpPr>
            <a:spLocks noGrp="1"/>
          </p:cNvSpPr>
          <p:nvPr>
            <p:ph idx="1"/>
          </p:nvPr>
        </p:nvSpPr>
        <p:spPr/>
        <p:txBody>
          <a:bodyPr/>
          <a:lstStyle/>
          <a:p>
            <a:endParaRPr lang="en-IN" dirty="0"/>
          </a:p>
        </p:txBody>
      </p:sp>
      <p:sp>
        <p:nvSpPr>
          <p:cNvPr id="4" name="Content Placeholder 3">
            <a:extLst>
              <a:ext uri="{FF2B5EF4-FFF2-40B4-BE49-F238E27FC236}">
                <a16:creationId xmlns:a16="http://schemas.microsoft.com/office/drawing/2014/main" id="{010B9F42-9378-E8CE-25A2-6008AC48F275}"/>
              </a:ext>
            </a:extLst>
          </p:cNvPr>
          <p:cNvSpPr>
            <a:spLocks noGrp="1"/>
          </p:cNvSpPr>
          <p:nvPr>
            <p:ph idx="30"/>
          </p:nvPr>
        </p:nvSpPr>
        <p:spPr>
          <a:xfrm>
            <a:off x="914400" y="2743199"/>
            <a:ext cx="10552176" cy="3264409"/>
          </a:xfrm>
        </p:spPr>
        <p:txBody>
          <a:bodyPr>
            <a:normAutofit/>
          </a:bodyPr>
          <a:lstStyle/>
          <a:p>
            <a:r>
              <a:rPr lang="en-US" dirty="0"/>
              <a:t>Blank</a:t>
            </a:r>
          </a:p>
          <a:p>
            <a:endParaRPr lang="en-US" dirty="0"/>
          </a:p>
        </p:txBody>
      </p:sp>
      <p:sp>
        <p:nvSpPr>
          <p:cNvPr id="5" name="Slide Number Placeholder 4">
            <a:extLst>
              <a:ext uri="{FF2B5EF4-FFF2-40B4-BE49-F238E27FC236}">
                <a16:creationId xmlns:a16="http://schemas.microsoft.com/office/drawing/2014/main" id="{8B46A789-F661-E3D5-36C0-248C96D82955}"/>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1228793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3666E-0A14-58F3-F3D6-D5799534F4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C39A1-7303-BAC6-2379-7D249845704F}"/>
              </a:ext>
            </a:extLst>
          </p:cNvPr>
          <p:cNvSpPr>
            <a:spLocks noGrp="1"/>
          </p:cNvSpPr>
          <p:nvPr>
            <p:ph type="title"/>
          </p:nvPr>
        </p:nvSpPr>
        <p:spPr/>
        <p:txBody>
          <a:bodyPr/>
          <a:lstStyle/>
          <a:p>
            <a:r>
              <a:rPr lang="en-US" dirty="0"/>
              <a:t>title</a:t>
            </a:r>
            <a:endParaRPr lang="en-IN" dirty="0"/>
          </a:p>
        </p:txBody>
      </p:sp>
      <p:sp>
        <p:nvSpPr>
          <p:cNvPr id="3" name="Content Placeholder 2">
            <a:extLst>
              <a:ext uri="{FF2B5EF4-FFF2-40B4-BE49-F238E27FC236}">
                <a16:creationId xmlns:a16="http://schemas.microsoft.com/office/drawing/2014/main" id="{DD55B419-4D08-C2F1-F879-5E12F8710BEC}"/>
              </a:ext>
            </a:extLst>
          </p:cNvPr>
          <p:cNvSpPr>
            <a:spLocks noGrp="1"/>
          </p:cNvSpPr>
          <p:nvPr>
            <p:ph idx="1"/>
          </p:nvPr>
        </p:nvSpPr>
        <p:spPr/>
        <p:txBody>
          <a:bodyPr/>
          <a:lstStyle/>
          <a:p>
            <a:endParaRPr lang="en-IN" dirty="0"/>
          </a:p>
        </p:txBody>
      </p:sp>
      <p:sp>
        <p:nvSpPr>
          <p:cNvPr id="4" name="Content Placeholder 3">
            <a:extLst>
              <a:ext uri="{FF2B5EF4-FFF2-40B4-BE49-F238E27FC236}">
                <a16:creationId xmlns:a16="http://schemas.microsoft.com/office/drawing/2014/main" id="{0B4EE007-9395-6034-CD35-3791C0D84DC3}"/>
              </a:ext>
            </a:extLst>
          </p:cNvPr>
          <p:cNvSpPr>
            <a:spLocks noGrp="1"/>
          </p:cNvSpPr>
          <p:nvPr>
            <p:ph idx="30"/>
          </p:nvPr>
        </p:nvSpPr>
        <p:spPr>
          <a:xfrm>
            <a:off x="914400" y="2743199"/>
            <a:ext cx="10552176" cy="3264409"/>
          </a:xfrm>
        </p:spPr>
        <p:txBody>
          <a:bodyPr>
            <a:normAutofit/>
          </a:bodyPr>
          <a:lstStyle/>
          <a:p>
            <a:r>
              <a:rPr lang="en-US" dirty="0"/>
              <a:t>Blank</a:t>
            </a:r>
          </a:p>
          <a:p>
            <a:endParaRPr lang="en-US" dirty="0"/>
          </a:p>
        </p:txBody>
      </p:sp>
      <p:sp>
        <p:nvSpPr>
          <p:cNvPr id="5" name="Slide Number Placeholder 4">
            <a:extLst>
              <a:ext uri="{FF2B5EF4-FFF2-40B4-BE49-F238E27FC236}">
                <a16:creationId xmlns:a16="http://schemas.microsoft.com/office/drawing/2014/main" id="{0A66D2A1-D7FD-D0C8-A6A0-51C4A78E641F}"/>
              </a:ext>
            </a:extLst>
          </p:cNvPr>
          <p:cNvSpPr>
            <a:spLocks noGrp="1"/>
          </p:cNvSpPr>
          <p:nvPr>
            <p:ph type="sldNum" sz="quarter" idx="29"/>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b="0" i="0" u="none" strike="noStrike" kern="1200" cap="none" spc="0" normalizeH="0" baseline="0" noProof="0" smtClean="0">
                <a:ln>
                  <a:noFill/>
                </a:ln>
                <a:solidFill>
                  <a:srgbClr val="FFFFFF"/>
                </a:solidFill>
                <a:effectLst/>
                <a:uLnTx/>
                <a:uFillTx/>
                <a:latin typeface="Abad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b="0" i="0" u="none" strike="noStrike" kern="1200" cap="none" spc="0" normalizeH="0" baseline="0" noProof="0" dirty="0">
              <a:ln>
                <a:noFill/>
              </a:ln>
              <a:solidFill>
                <a:srgbClr val="FFFFFF"/>
              </a:solidFill>
              <a:effectLst/>
              <a:uLnTx/>
              <a:uFillTx/>
              <a:latin typeface="Abadi"/>
              <a:ea typeface="+mn-ea"/>
              <a:cs typeface="+mn-cs"/>
            </a:endParaRPr>
          </a:p>
        </p:txBody>
      </p:sp>
    </p:spTree>
    <p:extLst>
      <p:ext uri="{BB962C8B-B14F-4D97-AF65-F5344CB8AC3E}">
        <p14:creationId xmlns:p14="http://schemas.microsoft.com/office/powerpoint/2010/main" val="1516286604"/>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docProps/app.xml><?xml version="1.0" encoding="utf-8"?>
<Properties xmlns="http://schemas.openxmlformats.org/officeDocument/2006/extended-properties" xmlns:vt="http://schemas.openxmlformats.org/officeDocument/2006/docPropsVTypes">
  <TotalTime>317</TotalTime>
  <Words>866</Words>
  <Application>Microsoft Office PowerPoint</Application>
  <PresentationFormat>Widescreen</PresentationFormat>
  <Paragraphs>79</Paragraphs>
  <Slides>14</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Abadi</vt:lpstr>
      <vt:lpstr>Arial</vt:lpstr>
      <vt:lpstr>Posterama</vt:lpstr>
      <vt:lpstr>Posterama Text SemiBold</vt:lpstr>
      <vt:lpstr>Custom</vt:lpstr>
      <vt:lpstr>AI Token Cost Optimization </vt:lpstr>
      <vt:lpstr>What is the problem?</vt:lpstr>
      <vt:lpstr>Why?</vt:lpstr>
      <vt:lpstr>How can we tackle this?</vt:lpstr>
      <vt:lpstr>Case Breakdown</vt:lpstr>
      <vt:lpstr>title</vt:lpstr>
      <vt:lpstr>title</vt:lpstr>
      <vt:lpstr>Token Estimation and Costs</vt:lpstr>
      <vt:lpstr>Token Estimation and Costs (cont.)</vt:lpstr>
      <vt:lpstr>Token Estimation and Costs (cont.)</vt:lpstr>
      <vt:lpstr>Token Estimation and Costs (cont.)</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Chirag Gautam</dc:creator>
  <cp:lastModifiedBy>Chirag Gautam</cp:lastModifiedBy>
  <cp:revision>1</cp:revision>
  <dcterms:created xsi:type="dcterms:W3CDTF">2026-06-10T06:24:45Z</dcterms:created>
  <dcterms:modified xsi:type="dcterms:W3CDTF">2026-06-10T11:42:09Z</dcterms:modified>
</cp:coreProperties>
</file>